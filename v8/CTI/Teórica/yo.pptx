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238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891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4347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828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196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336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734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643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413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3594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2151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2788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13531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4799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1266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0270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095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51DBCB4-9C60-4F48-B7D2-1DDC0F180F28}" type="datetimeFigureOut">
              <a:rPr lang="pt-PT" smtClean="0"/>
              <a:t>23/10/2019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D1E8F-A459-4298-9AB0-CF49B54D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30161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B0F705-1292-4257-BECB-3C053EFDA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663" y="2227057"/>
            <a:ext cx="3522879" cy="29651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200" b="0" i="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Modos</a:t>
            </a:r>
            <a:r>
              <a:rPr lang="en-US" sz="4200" b="0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200" b="0" i="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pensamento</a:t>
            </a:r>
            <a:r>
              <a:rPr lang="en-US" sz="4200" b="0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b="0" i="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criativo</a:t>
            </a:r>
            <a:endParaRPr lang="en-US" sz="4200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A3E294-6454-433F-B845-DE758B6B4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400" b="0" i="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Atenção</a:t>
            </a:r>
            <a:r>
              <a:rPr lang="en-US" sz="1400" b="0" i="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400" b="0" i="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Evasão</a:t>
            </a:r>
            <a:r>
              <a:rPr lang="en-US" sz="1400" b="0" i="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1400" b="0" i="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Movimento</a:t>
            </a:r>
            <a:endParaRPr lang="en-US" sz="1400" b="0" i="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buFont typeface="Wingdings 3" charset="2"/>
              <a:buChar char=""/>
            </a:pPr>
            <a:endParaRPr lang="en-US" sz="1400" b="0" i="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</a:pP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Existem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várias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ferramentas que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usadas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pelos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lideres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reuniões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seja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isoladamente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seja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ferramenta de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apoio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brainstorming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nominais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As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nossas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mentes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estão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otimizadas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pensar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padrões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já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existentes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;</a:t>
            </a:r>
          </a:p>
          <a:p>
            <a:pPr>
              <a:lnSpc>
                <a:spcPct val="90000"/>
              </a:lnSpc>
            </a:pP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O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forma que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foi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feita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nova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conexão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mental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essencial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o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pensamento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criativo</a:t>
            </a:r>
            <a:endParaRPr lang="en-US" sz="14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A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pensamentos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criativos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se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quebre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sequencia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padrões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mentais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já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existentes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corresponde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um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similar de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quando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ouvimos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anedota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Uma boa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anedota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pois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coloca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pessoas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linha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desconhecida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embora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Existem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mecanismos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lideres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reuniões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utilizam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fomentar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pensamento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criativo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Atenção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Evasão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1400" b="0" i="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Movimento</a:t>
            </a:r>
            <a:r>
              <a: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2692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1CF908-BBD8-433C-8014-A60C5926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16" y="1131570"/>
            <a:ext cx="3522879" cy="4470821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br>
              <a:rPr lang="pt-PT" sz="3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PT" sz="3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3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Ferramentas de apoio à criatividade dirigida</a:t>
            </a:r>
            <a:br>
              <a:rPr lang="pt-PT" sz="3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PT" sz="3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39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Marcador de Posição de Conteúdo 8">
            <a:extLst>
              <a:ext uri="{FF2B5EF4-FFF2-40B4-BE49-F238E27FC236}">
                <a16:creationId xmlns:a16="http://schemas.microsoft.com/office/drawing/2014/main" id="{62F9A585-BCC4-4E1A-B0E8-4352A615B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Existem quatro ferramentas de apoio à criatividade dirigida:</a:t>
            </a:r>
          </a:p>
          <a:p>
            <a:pPr marL="0" indent="0">
              <a:buNone/>
            </a:pPr>
            <a:endParaRPr lang="pt-PT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- Geração de palavras aleatórias;</a:t>
            </a:r>
          </a:p>
          <a:p>
            <a:pPr marL="0" indent="0">
              <a:buNone/>
            </a:pPr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- Rompimento das regras;</a:t>
            </a:r>
          </a:p>
          <a:p>
            <a:pPr marL="0" indent="0">
              <a:buNone/>
            </a:pPr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- Troca de papeis;</a:t>
            </a:r>
          </a:p>
          <a:p>
            <a:pPr marL="0" indent="0">
              <a:buNone/>
            </a:pPr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- Modificação dos elementos (ou cena).</a:t>
            </a:r>
          </a:p>
        </p:txBody>
      </p:sp>
    </p:spTree>
    <p:extLst>
      <p:ext uri="{BB962C8B-B14F-4D97-AF65-F5344CB8AC3E}">
        <p14:creationId xmlns:p14="http://schemas.microsoft.com/office/powerpoint/2010/main" val="1867524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ão">
  <a:themeElements>
    <a:clrScheme name="Ião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ão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ão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</Words>
  <Application>Microsoft Office PowerPoint</Application>
  <PresentationFormat>Ecrã Panorâmico</PresentationFormat>
  <Paragraphs>15</Paragraphs>
  <Slides>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Ião</vt:lpstr>
      <vt:lpstr>Modos de pensamento criativo</vt:lpstr>
      <vt:lpstr>  Ferramentas de apoio à criatividade dirigida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Modos de pensamento criativo</dc:title>
  <dc:creator>Hugo Jorge Pereira</dc:creator>
  <cp:lastModifiedBy>Hugo Jorge Pereira</cp:lastModifiedBy>
  <cp:revision>2</cp:revision>
  <dcterms:created xsi:type="dcterms:W3CDTF">2019-10-23T15:47:18Z</dcterms:created>
  <dcterms:modified xsi:type="dcterms:W3CDTF">2019-10-23T15:50:48Z</dcterms:modified>
</cp:coreProperties>
</file>