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257" r:id="rId3"/>
    <p:sldId id="260" r:id="rId4"/>
    <p:sldId id="262" r:id="rId5"/>
    <p:sldId id="258" r:id="rId6"/>
    <p:sldId id="259" r:id="rId7"/>
    <p:sldId id="263" r:id="rId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ção Predefinida" id="{57931CC7-3990-4B5C-82C2-68743515FA93}">
          <p14:sldIdLst/>
        </p14:section>
        <p14:section name="Capa" id="{951C5D95-4F7C-4AB8-A31C-D16241E68B17}">
          <p14:sldIdLst>
            <p14:sldId id="257"/>
          </p14:sldIdLst>
        </p14:section>
        <p14:section name="Ensino" id="{2BCEB0A1-27C1-407B-959A-D94E81E4844C}">
          <p14:sldIdLst>
            <p14:sldId id="260"/>
            <p14:sldId id="262"/>
          </p14:sldIdLst>
        </p14:section>
        <p14:section name="Avaliação" id="{EF30E98E-B58A-4082-87A1-11227056287B}">
          <p14:sldIdLst>
            <p14:sldId id="258"/>
            <p14:sldId id="259"/>
          </p14:sldIdLst>
        </p14:section>
        <p14:section name="Final" id="{E75DB667-B0DE-48EC-9116-83D46496344E}">
          <p14:sldIdLst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6.5476190476190479E-2"/>
          <c:y val="0.21079425396806076"/>
          <c:w val="0.8705357142857143"/>
          <c:h val="0.6722633839575648"/>
        </c:manualLayout>
      </c:layout>
      <c:pie3DChart>
        <c:varyColors val="1"/>
        <c:ser>
          <c:idx val="0"/>
          <c:order val="0"/>
          <c:tx>
            <c:strRef>
              <c:f>Folha1!$B$1</c:f>
              <c:strCache>
                <c:ptCount val="1"/>
                <c:pt idx="0">
                  <c:v>Estudantes Inscritos 2013/2014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B5AC-4468-A8F7-1710B282E95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B5AC-4468-A8F7-1710B282E95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B5AC-4468-A8F7-1710B282E95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B5AC-4468-A8F7-1710B282E955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B5AC-4468-A8F7-1710B282E955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Folha1!$A$2:$A$6</c:f>
              <c:strCache>
                <c:ptCount val="5"/>
                <c:pt idx="0">
                  <c:v>ESEC</c:v>
                </c:pt>
                <c:pt idx="1">
                  <c:v>ESTG</c:v>
                </c:pt>
                <c:pt idx="2">
                  <c:v>ESAD</c:v>
                </c:pt>
                <c:pt idx="3">
                  <c:v>ESTM</c:v>
                </c:pt>
                <c:pt idx="4">
                  <c:v>ESSLei</c:v>
                </c:pt>
              </c:strCache>
            </c:strRef>
          </c:cat>
          <c:val>
            <c:numRef>
              <c:f>Folha1!$B$2:$B$6</c:f>
              <c:numCache>
                <c:formatCode>General</c:formatCode>
                <c:ptCount val="5"/>
                <c:pt idx="0">
                  <c:v>1349</c:v>
                </c:pt>
                <c:pt idx="1">
                  <c:v>3211</c:v>
                </c:pt>
                <c:pt idx="2">
                  <c:v>1114</c:v>
                </c:pt>
                <c:pt idx="3">
                  <c:v>939</c:v>
                </c:pt>
                <c:pt idx="4">
                  <c:v>1024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24-4C54-B4F4-6BE0CE38F2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6326B0-6619-4D76-8C47-BC625D54FB60}" type="datetimeFigureOut">
              <a:rPr lang="pt-PT" smtClean="0"/>
              <a:t>07/10/2019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2EF730-FA11-4E82-B9BB-CA10CE8963F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52325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5A8EAF-C409-4172-9167-5C6ECD6E3275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3657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85C1B-2126-42A6-9966-E04E4E84F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AA97E5-F411-4012-A336-F155BC1826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738E19F-6BA4-42D1-9DC3-6EC47E3E1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05443-4DE0-4E39-B5BF-2B6EFD499D4A}" type="datetimeFigureOut">
              <a:rPr lang="pt-PT" smtClean="0"/>
              <a:t>07/10/2019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4DCB292-F679-42C8-94ED-0ADA622EE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7AE144A-24E4-4923-A775-3D48B75A3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F4A3D-005E-4D6B-ACF9-5B88B681E8C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22275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4F1780-B740-45A6-9AC4-56DDD5FCB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A720DF1-8859-4C2C-A81E-46184A90C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395DFBF-7513-4E17-B50E-1FCA26717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05443-4DE0-4E39-B5BF-2B6EFD499D4A}" type="datetimeFigureOut">
              <a:rPr lang="pt-PT" smtClean="0"/>
              <a:t>07/10/2019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A999BB2-49ED-4D41-8F67-C94FF0101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FDB11F2-88B2-4B91-8A22-FBD2A1FF7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F4A3D-005E-4D6B-ACF9-5B88B681E8C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56017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0E822C-67E7-4C84-84C6-F59B5CD26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2604719-29CD-4369-BA89-0CD966E2F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5CD5EF2-A7E1-42C6-A7FF-5BD1B9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05443-4DE0-4E39-B5BF-2B6EFD499D4A}" type="datetimeFigureOut">
              <a:rPr lang="pt-PT" smtClean="0"/>
              <a:t>07/10/2019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9B29750-B919-43B2-960F-CC738D76D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19C60E8-C587-4D7B-9219-21D68D275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F4A3D-005E-4D6B-ACF9-5B88B681E8C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30805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A4E84E-2FE2-4C1B-B60B-CA6158D1A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402E159-A493-438E-847F-9B111F0295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E77B3B0C-FABA-46F3-AFC9-C998D560A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01632D2-9C31-4982-B108-9B3144329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05443-4DE0-4E39-B5BF-2B6EFD499D4A}" type="datetimeFigureOut">
              <a:rPr lang="pt-PT" smtClean="0"/>
              <a:t>07/10/2019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B9343EC-E2F6-486A-A65C-ADE076F22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A4E21E3-FD87-445D-9C82-37313868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F4A3D-005E-4D6B-ACF9-5B88B681E8C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88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B9BBC-C0D7-468B-943F-F87D3E85E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EBCD701B-84D3-48DE-B2C7-D9F850FC4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34AD322A-8B12-4D85-BF7A-B397B7A71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12674115-C8F7-49A0-8C13-FE2CF0F959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CEFF47D4-04D4-4E74-9D26-98611C6344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DF9E098F-1790-473F-83F4-B3FCF42CE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05443-4DE0-4E39-B5BF-2B6EFD499D4A}" type="datetimeFigureOut">
              <a:rPr lang="pt-PT" smtClean="0"/>
              <a:t>07/10/2019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BD181559-B55C-4119-A74E-33E0C6D8A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D52ABA73-4FA8-44FA-9589-43B293505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F4A3D-005E-4D6B-ACF9-5B88B681E8C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36251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EC48E7-3651-45BA-BD13-497C9FD11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E5D3BC21-16D2-4A4B-9AB5-FF6B0484C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05443-4DE0-4E39-B5BF-2B6EFD499D4A}" type="datetimeFigureOut">
              <a:rPr lang="pt-PT" smtClean="0"/>
              <a:t>07/10/2019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103A87E7-E3A6-4179-BDB8-CDC068C4A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21349F4D-0649-4E34-B47C-A50C6A9EA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F4A3D-005E-4D6B-ACF9-5B88B681E8C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50020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6DAB105E-3688-4680-A817-53E991CF1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05443-4DE0-4E39-B5BF-2B6EFD499D4A}" type="datetimeFigureOut">
              <a:rPr lang="pt-PT" smtClean="0"/>
              <a:t>07/10/2019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6B197BBC-CECA-497F-8A0D-D6AD25726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D619E4B-5853-4268-A035-016BA0A8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F4A3D-005E-4D6B-ACF9-5B88B681E8C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6493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BF3A77-9103-4377-A788-EE0E1E5CA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D3EA61B-27FA-4B06-B806-4B6E18CE7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3A888185-7E35-4367-A16A-97A784C3A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5C88B3F-D30F-44C8-962E-FAEA4DBC6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05443-4DE0-4E39-B5BF-2B6EFD499D4A}" type="datetimeFigureOut">
              <a:rPr lang="pt-PT" smtClean="0"/>
              <a:t>07/10/2019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4DCFF623-0F77-4C3C-AB9E-7AFF9549D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0F85EA9-AD0B-4A8B-A40F-108BEE50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F4A3D-005E-4D6B-ACF9-5B88B681E8C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30900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3C4B70-12B3-4AD4-A062-FEC04236E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CC5E6F04-9FC7-4903-8DC3-742BF2C057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2DE5FCFA-867B-408A-AFF9-4FCD45585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B0C0ED1-0D45-405C-8856-8F4525205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05443-4DE0-4E39-B5BF-2B6EFD499D4A}" type="datetimeFigureOut">
              <a:rPr lang="pt-PT" smtClean="0"/>
              <a:t>07/10/2019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E5D3D41C-21B4-477C-97D4-B0C3197DC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A18D08D4-D2C2-4ED9-A0A4-ED1526F9A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F4A3D-005E-4D6B-ACF9-5B88B681E8C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00049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A75C2B-058B-4229-A015-D5878CC82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187AD45D-F268-4D36-99F6-F9E91038E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05D1192-E9D4-4661-97FE-B668F002F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05443-4DE0-4E39-B5BF-2B6EFD499D4A}" type="datetimeFigureOut">
              <a:rPr lang="pt-PT" smtClean="0"/>
              <a:t>07/10/2019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625BC60-E6DF-4050-BD08-6D19AEF8F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51F089E-1CE8-4E17-8F0C-F890564E1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F4A3D-005E-4D6B-ACF9-5B88B681E8C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61289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6A7DA40-4E57-42A9-9E83-390C28CC6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42F7D773-EEAD-4B65-8266-16FAC1F8D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CF60919-86ED-4DE8-B446-2B010FE0E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05443-4DE0-4E39-B5BF-2B6EFD499D4A}" type="datetimeFigureOut">
              <a:rPr lang="pt-PT" smtClean="0"/>
              <a:t>07/10/2019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317FE17-34D1-4C83-BA4D-59D7F182E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2C02DF4-3205-4EE4-A118-540E15A61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F4A3D-005E-4D6B-ACF9-5B88B681E8C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66740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F5677-D238-45AB-8AC8-8DFC2A32D4DF}" type="datetime1">
              <a:rPr lang="pt-PT" smtClean="0"/>
              <a:t>07/10/2019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43855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1327B-CE37-4C9A-ABC7-227B687F86EB}" type="datetime1">
              <a:rPr lang="pt-PT" smtClean="0"/>
              <a:t>07/10/2019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255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2A75C-1443-4B30-BEC4-FB7C312ECBD2}" type="datetime1">
              <a:rPr lang="pt-PT" smtClean="0"/>
              <a:t>07/10/2019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303982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0E85E-C1AE-414E-8769-1A00F4FF5270}" type="datetime1">
              <a:rPr lang="pt-PT" smtClean="0"/>
              <a:t>07/10/2019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TI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664214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1FF4E-2A1D-44F1-9A54-0081C78EF27F}" type="datetime1">
              <a:rPr lang="pt-PT" smtClean="0"/>
              <a:t>07/10/2019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TI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747814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B577-F2A7-4396-8E56-8AA5ABD1D95D}" type="datetime1">
              <a:rPr lang="pt-PT" smtClean="0"/>
              <a:t>07/10/2019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911439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FD651-0691-4699-8DD4-6CBA1D70AA6A}" type="datetime1">
              <a:rPr lang="pt-PT" smtClean="0"/>
              <a:t>07/10/2019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926415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6B76-702D-428E-B97D-C52F66D972C3}" type="datetime1">
              <a:rPr lang="pt-PT" smtClean="0"/>
              <a:t>07/10/2019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TI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489847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42F50-8697-4EFE-AFA0-E162004B9CEE}" type="datetime1">
              <a:rPr lang="pt-PT" smtClean="0"/>
              <a:t>07/10/2019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TI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928005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D8F4-FC03-46C4-9BEC-E212D3AFE14E}" type="datetime1">
              <a:rPr lang="pt-PT" smtClean="0"/>
              <a:t>07/10/2019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TI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659246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62B2-2FF0-4391-AE3C-32CA374DD068}" type="datetime1">
              <a:rPr lang="pt-PT" smtClean="0"/>
              <a:t>07/10/2019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186863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E3692-129A-4FD3-9B20-61EC0FA4787D}" type="datetime1">
              <a:rPr lang="pt-PT" smtClean="0"/>
              <a:t>07/10/2019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97004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02CF6-79B8-4EBF-89F1-528D3D210E30}" type="datetime1">
              <a:rPr lang="pt-PT" smtClean="0"/>
              <a:t>07/10/2019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410720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 com 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PT"/>
              <a:t>Editar os estilos de texto do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CA1C0-C575-4D1B-8B5F-D677C9CA9802}" type="datetime1">
              <a:rPr lang="pt-PT" smtClean="0"/>
              <a:t>07/10/2019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8886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PT"/>
              <a:t>Editar os estilos de texto do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B48E2-37D6-439C-9C92-2687C075F4CB}" type="datetime1">
              <a:rPr lang="pt-PT" smtClean="0"/>
              <a:t>07/10/2019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886652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CCF-421D-4B55-895B-82ADF410A2B5}" type="datetime1">
              <a:rPr lang="pt-PT" smtClean="0"/>
              <a:t>07/10/2019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120530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31C95-2786-442F-A1D4-D2615F5B846A}" type="datetime1">
              <a:rPr lang="pt-PT" smtClean="0"/>
              <a:t>07/10/2019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815100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09B697-B12E-49AC-BD66-BF6A6972F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30496B5-103F-4AD7-A90F-C5AD833BD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01F9D6F-6B8A-4D50-AB12-C1DCB80FD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1A495-3B08-45A7-9CBF-C106796F18BC}" type="datetime1">
              <a:rPr lang="pt-PT" smtClean="0"/>
              <a:t>07/10/2019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2C290CA-4178-45D3-ABA6-ED3005160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TI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395DEE1-FEDF-4B03-B8EA-0AC61E09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873F-B20F-4BC5-9B6C-9048D1A1D69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6727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93B775AE-2390-4E15-BBAA-386101D29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0531F31-1503-485F-ABC5-541365C38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CC65159-1AF8-424F-AE74-E811490A42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05443-4DE0-4E39-B5BF-2B6EFD499D4A}" type="datetimeFigureOut">
              <a:rPr lang="pt-PT" smtClean="0"/>
              <a:t>07/10/2019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88252FA-FC62-40DB-A419-5FC2951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A19A0EB-EBCF-4E05-A422-C0CA8686B0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8F4A3D-005E-4D6B-ACF9-5B88B681E8C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57168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C8ED07A-F6FB-47AE-BF68-04D1D4EEA7E1}" type="datetime1">
              <a:rPr lang="pt-PT" smtClean="0"/>
              <a:t>07/10/2019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r>
              <a:rPr lang="pt-PT"/>
              <a:t>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824998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83BC78B-96C4-4E1B-9AFC-334755D2A4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33" t="15556" r="64124" b="24949"/>
          <a:stretch/>
        </p:blipFill>
        <p:spPr>
          <a:xfrm>
            <a:off x="0" y="0"/>
            <a:ext cx="1699708" cy="189274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5AAC03F-8170-42E3-8007-01B13D9301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Avaliação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49C130-BD75-4C67-83BA-CB77100306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2019/2020</a:t>
            </a:r>
          </a:p>
        </p:txBody>
      </p:sp>
    </p:spTree>
    <p:extLst>
      <p:ext uri="{BB962C8B-B14F-4D97-AF65-F5344CB8AC3E}">
        <p14:creationId xmlns:p14="http://schemas.microsoft.com/office/powerpoint/2010/main" val="1601903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9D4710-7E36-43D9-9627-32CED67F7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dirty="0"/>
              <a:t>Base de dados “Docentes”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4F62470-34B6-49CA-8ADE-C4D952DD4778}"/>
              </a:ext>
            </a:extLst>
          </p:cNvPr>
          <p:cNvSpPr/>
          <p:nvPr/>
        </p:nvSpPr>
        <p:spPr>
          <a:xfrm>
            <a:off x="2044942" y="2662107"/>
            <a:ext cx="2151529" cy="11833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Docente</a:t>
            </a:r>
          </a:p>
        </p:txBody>
      </p:sp>
      <p:sp>
        <p:nvSpPr>
          <p:cNvPr id="5" name="Losango 4">
            <a:extLst>
              <a:ext uri="{FF2B5EF4-FFF2-40B4-BE49-F238E27FC236}">
                <a16:creationId xmlns:a16="http://schemas.microsoft.com/office/drawing/2014/main" id="{71144AFE-21B4-456F-B2A7-5FA1A334832F}"/>
              </a:ext>
            </a:extLst>
          </p:cNvPr>
          <p:cNvSpPr/>
          <p:nvPr/>
        </p:nvSpPr>
        <p:spPr>
          <a:xfrm>
            <a:off x="5122433" y="2479227"/>
            <a:ext cx="1947134" cy="1549102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/>
              <a:t>Lecionar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3A2187B-5E2F-45E9-A895-1078E396F4A1}"/>
              </a:ext>
            </a:extLst>
          </p:cNvPr>
          <p:cNvSpPr/>
          <p:nvPr/>
        </p:nvSpPr>
        <p:spPr>
          <a:xfrm>
            <a:off x="7995529" y="2662107"/>
            <a:ext cx="2151529" cy="11833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Docente</a:t>
            </a:r>
          </a:p>
        </p:txBody>
      </p:sp>
      <p:cxnSp>
        <p:nvCxnSpPr>
          <p:cNvPr id="12" name="Conexão reta unidirecional 11">
            <a:extLst>
              <a:ext uri="{FF2B5EF4-FFF2-40B4-BE49-F238E27FC236}">
                <a16:creationId xmlns:a16="http://schemas.microsoft.com/office/drawing/2014/main" id="{DF545F9B-2B00-4EF2-835E-0DB084B9ACDA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7069567" y="3253778"/>
            <a:ext cx="9259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exão reta unidirecional 13">
            <a:extLst>
              <a:ext uri="{FF2B5EF4-FFF2-40B4-BE49-F238E27FC236}">
                <a16:creationId xmlns:a16="http://schemas.microsoft.com/office/drawing/2014/main" id="{A0AE2112-E9E8-4C47-A184-962E1556152E}"/>
              </a:ext>
            </a:extLst>
          </p:cNvPr>
          <p:cNvCxnSpPr>
            <a:stCxn id="5" idx="1"/>
            <a:endCxn id="3" idx="3"/>
          </p:cNvCxnSpPr>
          <p:nvPr/>
        </p:nvCxnSpPr>
        <p:spPr>
          <a:xfrm flipH="1">
            <a:off x="4196471" y="3253778"/>
            <a:ext cx="9259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6864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74FCA9-18A5-4F7E-B5B5-7621A01BA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189" y="4665133"/>
            <a:ext cx="8534400" cy="1507067"/>
          </a:xfrm>
        </p:spPr>
        <p:txBody>
          <a:bodyPr/>
          <a:lstStyle/>
          <a:p>
            <a:r>
              <a:rPr lang="pt-PT" dirty="0"/>
              <a:t>Licenciatura – 1º Ciclo</a:t>
            </a:r>
          </a:p>
        </p:txBody>
      </p:sp>
      <p:graphicFrame>
        <p:nvGraphicFramePr>
          <p:cNvPr id="6" name="Marcador de Posição de Conteúdo 5">
            <a:extLst>
              <a:ext uri="{FF2B5EF4-FFF2-40B4-BE49-F238E27FC236}">
                <a16:creationId xmlns:a16="http://schemas.microsoft.com/office/drawing/2014/main" id="{B7A29D78-AF33-4795-9E4C-A6C24DE7C3C5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147919" y="0"/>
          <a:ext cx="9022976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Marcador de Posição do Rodapé 6">
            <a:extLst>
              <a:ext uri="{FF2B5EF4-FFF2-40B4-BE49-F238E27FC236}">
                <a16:creationId xmlns:a16="http://schemas.microsoft.com/office/drawing/2014/main" id="{496EA66C-19CC-4194-9129-48E5DCED6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TI</a:t>
            </a:r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7CF93FD5-4D0C-41E4-82EC-012E719BF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DCA0C1-C099-43E4-9D7F-8C38EA990537}" type="slidenum">
              <a:rPr kumimoji="0" lang="pt-PT" sz="32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PT" sz="32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0004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AAB0F6-E5B4-4305-9F06-306A10EEBC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Avaliação Periódica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29EA96D-DEF9-4DDC-8B78-93F5EE48E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05" y="145732"/>
            <a:ext cx="2952750" cy="7143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3856F181-F6F9-4DAF-AB5F-91C8A4E68F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795605"/>
              </p:ext>
            </p:extLst>
          </p:nvPr>
        </p:nvGraphicFramePr>
        <p:xfrm>
          <a:off x="2032000" y="3602038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5638556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5008177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48472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042672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Módulo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Conteúdo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Nota Mínima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Peso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178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Ap</a:t>
                      </a:r>
                      <a:r>
                        <a:rPr lang="pt-PT" dirty="0"/>
                        <a:t> + </a:t>
                      </a:r>
                      <a:r>
                        <a:rPr lang="pt-PT" dirty="0" err="1"/>
                        <a:t>Fc</a:t>
                      </a:r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9,5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34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Apresentação 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9,5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711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Trabalho Escrito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9,5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308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9,5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955932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pt-PT" b="1" dirty="0"/>
                        <a:t>75% assiduidade obrigatório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02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2265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458E10-8AC6-4985-AFDC-D972E7AF76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Cálculo simplificado da nota final</a:t>
            </a:r>
          </a:p>
        </p:txBody>
      </p:sp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47F9A5BB-85F0-4127-BB99-3A5545AE70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2953665"/>
              </p:ext>
            </p:extLst>
          </p:nvPr>
        </p:nvGraphicFramePr>
        <p:xfrm>
          <a:off x="4438707" y="3842909"/>
          <a:ext cx="3314585" cy="2078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Worksheet" r:id="rId3" imgW="1838213" imgH="1152413" progId="Excel.Sheet.12">
                  <p:embed/>
                </p:oleObj>
              </mc:Choice>
              <mc:Fallback>
                <p:oleObj name="Worksheet" r:id="rId3" imgW="1838213" imgH="115241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38707" y="3842909"/>
                        <a:ext cx="3314585" cy="2078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807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9338E9B-70CC-4E00-8653-159DCF10E8A2}"/>
              </a:ext>
            </a:extLst>
          </p:cNvPr>
          <p:cNvSpPr/>
          <p:nvPr/>
        </p:nvSpPr>
        <p:spPr>
          <a:xfrm>
            <a:off x="4418086" y="2408618"/>
            <a:ext cx="3355827" cy="2040763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Wave1">
              <a:avLst>
                <a:gd name="adj1" fmla="val 15256"/>
                <a:gd name="adj2" fmla="val 0"/>
              </a:avLst>
            </a:prstTxWarp>
            <a:spAutoFit/>
          </a:bodyPr>
          <a:lstStyle/>
          <a:p>
            <a:pPr algn="ctr"/>
            <a:r>
              <a:rPr lang="pt-PT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28907552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_PseudoSector">
  <a:themeElements>
    <a:clrScheme name="Se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_PseudoSector" id="{AD863829-0A33-452B-A206-794CC93277C0}" vid="{E474D65B-7996-48C8-9794-3BF545EFC474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62</Words>
  <Application>Microsoft Office PowerPoint</Application>
  <PresentationFormat>Ecrã Panorâmico</PresentationFormat>
  <Paragraphs>35</Paragraphs>
  <Slides>6</Slides>
  <Notes>1</Notes>
  <HiddenSlides>2</HiddenSlides>
  <MMClips>0</MMClips>
  <ScaleCrop>false</ScaleCrop>
  <HeadingPairs>
    <vt:vector size="8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2</vt:i4>
      </vt:variant>
      <vt:variant>
        <vt:lpstr>Servidores OLE incorporados</vt:lpstr>
      </vt:variant>
      <vt:variant>
        <vt:i4>1</vt:i4>
      </vt:variant>
      <vt:variant>
        <vt:lpstr>Títulos dos diapositivos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Century Gothic</vt:lpstr>
      <vt:lpstr>Wingdings 3</vt:lpstr>
      <vt:lpstr>Tema do Office</vt:lpstr>
      <vt:lpstr>Tema_PseudoSector</vt:lpstr>
      <vt:lpstr>Folha de Cálculo do Microsoft Excel</vt:lpstr>
      <vt:lpstr>Avaliação</vt:lpstr>
      <vt:lpstr>Base de dados “Docentes”</vt:lpstr>
      <vt:lpstr>Licenciatura – 1º Ciclo</vt:lpstr>
      <vt:lpstr>Avaliação Periódica</vt:lpstr>
      <vt:lpstr>Cálculo simplificado da nota final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Avaliação</dc:title>
  <dc:creator>Vìtor Hugo Rodrigues Antunes</dc:creator>
  <cp:lastModifiedBy>Vìtor Hugo Rodrigues Antunes</cp:lastModifiedBy>
  <cp:revision>5</cp:revision>
  <dcterms:created xsi:type="dcterms:W3CDTF">2019-10-07T20:40:08Z</dcterms:created>
  <dcterms:modified xsi:type="dcterms:W3CDTF">2019-10-07T21:19:00Z</dcterms:modified>
</cp:coreProperties>
</file>