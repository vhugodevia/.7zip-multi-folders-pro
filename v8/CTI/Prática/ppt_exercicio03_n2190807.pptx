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65" r:id="rId5"/>
    <p:sldId id="310" r:id="rId6"/>
    <p:sldId id="320" r:id="rId7"/>
    <p:sldId id="321" r:id="rId8"/>
    <p:sldId id="322" r:id="rId9"/>
    <p:sldId id="323" r:id="rId10"/>
    <p:sldId id="324" r:id="rId11"/>
    <p:sldId id="319" r:id="rId12"/>
  </p:sldIdLst>
  <p:sldSz cx="12188825" cy="6858000"/>
  <p:notesSz cx="6858000" cy="9144000"/>
  <p:custDataLst>
    <p:tags r:id="rId15"/>
  </p:custDataLst>
  <p:defaultTextStyle>
    <a:defPPr rtl="0"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3" autoAdjust="0"/>
    <p:restoredTop sz="93968" autoAdjust="0"/>
  </p:normalViewPr>
  <p:slideViewPr>
    <p:cSldViewPr showGuides="1">
      <p:cViewPr>
        <p:scale>
          <a:sx n="40" d="100"/>
          <a:sy n="40" d="100"/>
        </p:scale>
        <p:origin x="643" y="557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-763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51" d="100"/>
          <a:sy n="51" d="100"/>
        </p:scale>
        <p:origin x="1618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Folha1!$B$1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Folha1!$A$2:$A$5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Folha1!$B$2:$B$5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D0-43E9-83BE-E458C331DF7E}"/>
            </c:ext>
          </c:extLst>
        </c:ser>
        <c:ser>
          <c:idx val="1"/>
          <c:order val="1"/>
          <c:tx>
            <c:strRef>
              <c:f>Folha1!$C$1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Folha1!$A$2:$A$5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Folha1!$C$2:$C$5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D0-43E9-83BE-E458C331DF7E}"/>
            </c:ext>
          </c:extLst>
        </c:ser>
        <c:ser>
          <c:idx val="2"/>
          <c:order val="2"/>
          <c:tx>
            <c:strRef>
              <c:f>Folha1!$D$1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Folha1!$A$2:$A$5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Folha1!$D$2:$D$5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7D0-43E9-83BE-E458C331DF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8985592"/>
        <c:axId val="456067624"/>
      </c:barChart>
      <c:catAx>
        <c:axId val="698985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56067624"/>
        <c:crosses val="autoZero"/>
        <c:auto val="1"/>
        <c:lblAlgn val="ctr"/>
        <c:lblOffset val="100"/>
        <c:noMultiLvlLbl val="0"/>
      </c:catAx>
      <c:valAx>
        <c:axId val="456067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698985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CC0723-188D-4E79-B667-FDEBDEBD4981}" type="doc">
      <dgm:prSet loTypeId="urn:microsoft.com/office/officeart/2005/8/layout/h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pt-PT"/>
        </a:p>
      </dgm:t>
    </dgm:pt>
    <dgm:pt modelId="{3236F872-BE9E-447E-9EEE-3F85EE293142}">
      <dgm:prSet phldrT="[Texto]"/>
      <dgm:spPr/>
      <dgm:t>
        <a:bodyPr/>
        <a:lstStyle/>
        <a:p>
          <a:r>
            <a:rPr lang="pt-PT" dirty="0"/>
            <a:t>1</a:t>
          </a:r>
        </a:p>
      </dgm:t>
    </dgm:pt>
    <dgm:pt modelId="{F22CC1D3-777F-4BCB-A6FB-09F6A3B65DA0}" type="parTrans" cxnId="{CB670C22-A45C-4C13-85AF-7B033BA0F011}">
      <dgm:prSet/>
      <dgm:spPr/>
      <dgm:t>
        <a:bodyPr/>
        <a:lstStyle/>
        <a:p>
          <a:endParaRPr lang="pt-PT"/>
        </a:p>
      </dgm:t>
    </dgm:pt>
    <dgm:pt modelId="{CE72D8C7-7024-4587-BF1F-F19AAF601DB2}" type="sibTrans" cxnId="{CB670C22-A45C-4C13-85AF-7B033BA0F011}">
      <dgm:prSet/>
      <dgm:spPr/>
      <dgm:t>
        <a:bodyPr/>
        <a:lstStyle/>
        <a:p>
          <a:endParaRPr lang="pt-PT"/>
        </a:p>
      </dgm:t>
    </dgm:pt>
    <dgm:pt modelId="{00B3C3B8-5E65-48B1-B9C5-FCF70C92F54F}">
      <dgm:prSet phldrT="[Texto]"/>
      <dgm:spPr/>
      <dgm:t>
        <a:bodyPr/>
        <a:lstStyle/>
        <a:p>
          <a:r>
            <a:rPr lang="pt-PT" dirty="0"/>
            <a:t>1,1</a:t>
          </a:r>
        </a:p>
      </dgm:t>
    </dgm:pt>
    <dgm:pt modelId="{AFB2333E-C0D5-43FC-945A-FC7BAF588251}" type="parTrans" cxnId="{F4E9DD25-4527-4CF1-9919-F4A9EE256A15}">
      <dgm:prSet/>
      <dgm:spPr/>
      <dgm:t>
        <a:bodyPr/>
        <a:lstStyle/>
        <a:p>
          <a:endParaRPr lang="pt-PT"/>
        </a:p>
      </dgm:t>
    </dgm:pt>
    <dgm:pt modelId="{C611BE62-E530-499B-9694-2AD02E951B39}" type="sibTrans" cxnId="{F4E9DD25-4527-4CF1-9919-F4A9EE256A15}">
      <dgm:prSet/>
      <dgm:spPr/>
      <dgm:t>
        <a:bodyPr/>
        <a:lstStyle/>
        <a:p>
          <a:endParaRPr lang="pt-PT"/>
        </a:p>
      </dgm:t>
    </dgm:pt>
    <dgm:pt modelId="{B8E9F6E8-8A18-4B26-A01A-48461ABDBABD}">
      <dgm:prSet phldrT="[Texto]"/>
      <dgm:spPr/>
      <dgm:t>
        <a:bodyPr/>
        <a:lstStyle/>
        <a:p>
          <a:r>
            <a:rPr lang="pt-PT" dirty="0"/>
            <a:t>1,2</a:t>
          </a:r>
        </a:p>
      </dgm:t>
    </dgm:pt>
    <dgm:pt modelId="{9285CDE1-E121-43A6-AF45-ECE1AE6B6016}" type="parTrans" cxnId="{213F3984-D2E8-4E14-B0CE-402818A3B59E}">
      <dgm:prSet/>
      <dgm:spPr/>
      <dgm:t>
        <a:bodyPr/>
        <a:lstStyle/>
        <a:p>
          <a:endParaRPr lang="pt-PT"/>
        </a:p>
      </dgm:t>
    </dgm:pt>
    <dgm:pt modelId="{9AC68DC2-402B-447C-976E-F255CAB05865}" type="sibTrans" cxnId="{213F3984-D2E8-4E14-B0CE-402818A3B59E}">
      <dgm:prSet/>
      <dgm:spPr/>
      <dgm:t>
        <a:bodyPr/>
        <a:lstStyle/>
        <a:p>
          <a:endParaRPr lang="pt-PT"/>
        </a:p>
      </dgm:t>
    </dgm:pt>
    <dgm:pt modelId="{1ECBAD4A-20F2-4FAC-9E4B-EC7B3396968E}">
      <dgm:prSet phldrT="[Texto]"/>
      <dgm:spPr/>
      <dgm:t>
        <a:bodyPr/>
        <a:lstStyle/>
        <a:p>
          <a:r>
            <a:rPr lang="pt-PT" dirty="0"/>
            <a:t>2</a:t>
          </a:r>
        </a:p>
      </dgm:t>
    </dgm:pt>
    <dgm:pt modelId="{7A21CF1D-04CF-4207-8181-C97597E67DED}" type="parTrans" cxnId="{8FC0F756-FF67-48D0-A63B-9547E2C0B4F7}">
      <dgm:prSet/>
      <dgm:spPr/>
      <dgm:t>
        <a:bodyPr/>
        <a:lstStyle/>
        <a:p>
          <a:endParaRPr lang="pt-PT"/>
        </a:p>
      </dgm:t>
    </dgm:pt>
    <dgm:pt modelId="{B4DE6DA8-005D-4E71-BFBC-B155BD0A5FED}" type="sibTrans" cxnId="{8FC0F756-FF67-48D0-A63B-9547E2C0B4F7}">
      <dgm:prSet/>
      <dgm:spPr/>
      <dgm:t>
        <a:bodyPr/>
        <a:lstStyle/>
        <a:p>
          <a:endParaRPr lang="pt-PT"/>
        </a:p>
      </dgm:t>
    </dgm:pt>
    <dgm:pt modelId="{C817903A-2C98-4C82-8F64-804ABB9C3186}">
      <dgm:prSet phldrT="[Texto]"/>
      <dgm:spPr/>
      <dgm:t>
        <a:bodyPr/>
        <a:lstStyle/>
        <a:p>
          <a:r>
            <a:rPr lang="pt-PT" dirty="0"/>
            <a:t>2,1</a:t>
          </a:r>
        </a:p>
      </dgm:t>
    </dgm:pt>
    <dgm:pt modelId="{450FE719-53A1-45D0-A9EB-8E89AEF64D0F}" type="parTrans" cxnId="{84650939-895A-4721-A94E-E81108C095EA}">
      <dgm:prSet/>
      <dgm:spPr/>
      <dgm:t>
        <a:bodyPr/>
        <a:lstStyle/>
        <a:p>
          <a:endParaRPr lang="pt-PT"/>
        </a:p>
      </dgm:t>
    </dgm:pt>
    <dgm:pt modelId="{F17481E4-F421-49B8-A61E-9160A527BC4F}" type="sibTrans" cxnId="{84650939-895A-4721-A94E-E81108C095EA}">
      <dgm:prSet/>
      <dgm:spPr/>
      <dgm:t>
        <a:bodyPr/>
        <a:lstStyle/>
        <a:p>
          <a:endParaRPr lang="pt-PT"/>
        </a:p>
      </dgm:t>
    </dgm:pt>
    <dgm:pt modelId="{28176B0C-B1AF-44EA-91EC-F82B8C1E1468}">
      <dgm:prSet phldrT="[Texto]"/>
      <dgm:spPr/>
      <dgm:t>
        <a:bodyPr/>
        <a:lstStyle/>
        <a:p>
          <a:r>
            <a:rPr lang="pt-PT" dirty="0"/>
            <a:t>2,2</a:t>
          </a:r>
        </a:p>
      </dgm:t>
    </dgm:pt>
    <dgm:pt modelId="{07222272-6D14-46A9-BD85-4B29EBDBA5E5}" type="parTrans" cxnId="{0FEDDA9D-22DB-4F95-B868-C658053B53EF}">
      <dgm:prSet/>
      <dgm:spPr/>
      <dgm:t>
        <a:bodyPr/>
        <a:lstStyle/>
        <a:p>
          <a:endParaRPr lang="pt-PT"/>
        </a:p>
      </dgm:t>
    </dgm:pt>
    <dgm:pt modelId="{C55793B7-1383-4C17-AE0D-A56D669A3B0F}" type="sibTrans" cxnId="{0FEDDA9D-22DB-4F95-B868-C658053B53EF}">
      <dgm:prSet/>
      <dgm:spPr/>
      <dgm:t>
        <a:bodyPr/>
        <a:lstStyle/>
        <a:p>
          <a:endParaRPr lang="pt-PT"/>
        </a:p>
      </dgm:t>
    </dgm:pt>
    <dgm:pt modelId="{FEB4D7AA-1735-4CB2-AEB7-FF0411677BBE}">
      <dgm:prSet phldrT="[Texto]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pt-PT" dirty="0"/>
            <a:t>3</a:t>
          </a:r>
        </a:p>
      </dgm:t>
    </dgm:pt>
    <dgm:pt modelId="{C32925FE-D207-4502-9093-5D453C669409}" type="parTrans" cxnId="{B18E7E1E-AB90-43B3-89C3-EEDE3CE64059}">
      <dgm:prSet/>
      <dgm:spPr/>
      <dgm:t>
        <a:bodyPr/>
        <a:lstStyle/>
        <a:p>
          <a:endParaRPr lang="pt-PT"/>
        </a:p>
      </dgm:t>
    </dgm:pt>
    <dgm:pt modelId="{0265908B-98C5-4EB0-8FF3-8782EDE5648A}" type="sibTrans" cxnId="{B18E7E1E-AB90-43B3-89C3-EEDE3CE64059}">
      <dgm:prSet/>
      <dgm:spPr/>
      <dgm:t>
        <a:bodyPr/>
        <a:lstStyle/>
        <a:p>
          <a:endParaRPr lang="pt-PT"/>
        </a:p>
      </dgm:t>
    </dgm:pt>
    <dgm:pt modelId="{93AD4260-175B-4375-B3C2-0BAA1D035930}">
      <dgm:prSet phldrT="[Texto]"/>
      <dgm:spPr>
        <a:ln>
          <a:solidFill>
            <a:srgbClr val="00B0F0"/>
          </a:solidFill>
        </a:ln>
      </dgm:spPr>
      <dgm:t>
        <a:bodyPr/>
        <a:lstStyle/>
        <a:p>
          <a:r>
            <a:rPr lang="pt-PT" dirty="0"/>
            <a:t>3,1</a:t>
          </a:r>
        </a:p>
      </dgm:t>
    </dgm:pt>
    <dgm:pt modelId="{7E45991C-5831-45CE-A3C0-FF286C7FD23B}" type="parTrans" cxnId="{08E5E245-04F2-4F72-B72F-A3D2BF654C27}">
      <dgm:prSet/>
      <dgm:spPr/>
      <dgm:t>
        <a:bodyPr/>
        <a:lstStyle/>
        <a:p>
          <a:endParaRPr lang="pt-PT"/>
        </a:p>
      </dgm:t>
    </dgm:pt>
    <dgm:pt modelId="{652537B9-6E82-48A4-92CF-20FE614CA601}" type="sibTrans" cxnId="{08E5E245-04F2-4F72-B72F-A3D2BF654C27}">
      <dgm:prSet/>
      <dgm:spPr/>
      <dgm:t>
        <a:bodyPr/>
        <a:lstStyle/>
        <a:p>
          <a:endParaRPr lang="pt-PT"/>
        </a:p>
      </dgm:t>
    </dgm:pt>
    <dgm:pt modelId="{9AAB6C22-4EAD-453B-85EE-FE50EE0730A9}">
      <dgm:prSet phldrT="[Texto]"/>
      <dgm:spPr>
        <a:ln>
          <a:solidFill>
            <a:srgbClr val="00B0F0"/>
          </a:solidFill>
        </a:ln>
      </dgm:spPr>
      <dgm:t>
        <a:bodyPr/>
        <a:lstStyle/>
        <a:p>
          <a:r>
            <a:rPr lang="pt-PT" dirty="0"/>
            <a:t>3,2</a:t>
          </a:r>
        </a:p>
      </dgm:t>
    </dgm:pt>
    <dgm:pt modelId="{8BFCCA7E-235F-4017-99E7-08052201DA49}" type="parTrans" cxnId="{7243A50F-32BC-445E-9A9C-4E0DF6646F99}">
      <dgm:prSet/>
      <dgm:spPr/>
      <dgm:t>
        <a:bodyPr/>
        <a:lstStyle/>
        <a:p>
          <a:endParaRPr lang="pt-PT"/>
        </a:p>
      </dgm:t>
    </dgm:pt>
    <dgm:pt modelId="{FA43B3BD-5F66-4F3B-9316-4F860A1BE0C0}" type="sibTrans" cxnId="{7243A50F-32BC-445E-9A9C-4E0DF6646F99}">
      <dgm:prSet/>
      <dgm:spPr/>
      <dgm:t>
        <a:bodyPr/>
        <a:lstStyle/>
        <a:p>
          <a:endParaRPr lang="pt-PT"/>
        </a:p>
      </dgm:t>
    </dgm:pt>
    <dgm:pt modelId="{B43019F0-DE18-4A0B-ABA2-993068F3FB9B}" type="pres">
      <dgm:prSet presAssocID="{9DCC0723-188D-4E79-B667-FDEBDEBD4981}" presName="Name0" presStyleCnt="0">
        <dgm:presLayoutVars>
          <dgm:dir/>
          <dgm:animLvl val="lvl"/>
          <dgm:resizeHandles val="exact"/>
        </dgm:presLayoutVars>
      </dgm:prSet>
      <dgm:spPr/>
    </dgm:pt>
    <dgm:pt modelId="{9CCAB169-34BD-45BF-BCD0-FBE31D5EB7D6}" type="pres">
      <dgm:prSet presAssocID="{9DCC0723-188D-4E79-B667-FDEBDEBD4981}" presName="tSp" presStyleCnt="0"/>
      <dgm:spPr/>
    </dgm:pt>
    <dgm:pt modelId="{56E20866-EBCC-4775-8A23-FD38856F8DC9}" type="pres">
      <dgm:prSet presAssocID="{9DCC0723-188D-4E79-B667-FDEBDEBD4981}" presName="bSp" presStyleCnt="0"/>
      <dgm:spPr/>
    </dgm:pt>
    <dgm:pt modelId="{7D82F00D-4F92-4AB1-95A8-8BE3521304F8}" type="pres">
      <dgm:prSet presAssocID="{9DCC0723-188D-4E79-B667-FDEBDEBD4981}" presName="process" presStyleCnt="0"/>
      <dgm:spPr/>
    </dgm:pt>
    <dgm:pt modelId="{174DD2C7-0D24-450B-BE6C-D013DB040EE6}" type="pres">
      <dgm:prSet presAssocID="{3236F872-BE9E-447E-9EEE-3F85EE293142}" presName="composite1" presStyleCnt="0"/>
      <dgm:spPr/>
    </dgm:pt>
    <dgm:pt modelId="{D2BAAE79-C65E-4941-9897-8CDAB3F73F35}" type="pres">
      <dgm:prSet presAssocID="{3236F872-BE9E-447E-9EEE-3F85EE293142}" presName="dummyNode1" presStyleLbl="node1" presStyleIdx="0" presStyleCnt="3"/>
      <dgm:spPr/>
    </dgm:pt>
    <dgm:pt modelId="{23B3C7B7-2BEB-490D-8124-DACA26E5B299}" type="pres">
      <dgm:prSet presAssocID="{3236F872-BE9E-447E-9EEE-3F85EE293142}" presName="childNode1" presStyleLbl="bgAcc1" presStyleIdx="0" presStyleCnt="3">
        <dgm:presLayoutVars>
          <dgm:bulletEnabled val="1"/>
        </dgm:presLayoutVars>
      </dgm:prSet>
      <dgm:spPr/>
    </dgm:pt>
    <dgm:pt modelId="{FE347EA1-4B05-4179-9A0E-6BB2E4565C9F}" type="pres">
      <dgm:prSet presAssocID="{3236F872-BE9E-447E-9EEE-3F85EE293142}" presName="childNode1tx" presStyleLbl="bgAcc1" presStyleIdx="0" presStyleCnt="3">
        <dgm:presLayoutVars>
          <dgm:bulletEnabled val="1"/>
        </dgm:presLayoutVars>
      </dgm:prSet>
      <dgm:spPr/>
    </dgm:pt>
    <dgm:pt modelId="{E630668E-E276-4DC7-91C7-A693C215B58F}" type="pres">
      <dgm:prSet presAssocID="{3236F872-BE9E-447E-9EEE-3F85EE293142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E9126299-085F-47F8-94E9-7E5BA1EF61F4}" type="pres">
      <dgm:prSet presAssocID="{3236F872-BE9E-447E-9EEE-3F85EE293142}" presName="connSite1" presStyleCnt="0"/>
      <dgm:spPr/>
    </dgm:pt>
    <dgm:pt modelId="{9CCD865D-E2E8-48C7-9E56-A31D1128A7DC}" type="pres">
      <dgm:prSet presAssocID="{CE72D8C7-7024-4587-BF1F-F19AAF601DB2}" presName="Name9" presStyleLbl="sibTrans2D1" presStyleIdx="0" presStyleCnt="2"/>
      <dgm:spPr/>
    </dgm:pt>
    <dgm:pt modelId="{4115F881-4F21-4549-9CE1-8676FB7DEF69}" type="pres">
      <dgm:prSet presAssocID="{1ECBAD4A-20F2-4FAC-9E4B-EC7B3396968E}" presName="composite2" presStyleCnt="0"/>
      <dgm:spPr/>
    </dgm:pt>
    <dgm:pt modelId="{D2391595-05CA-4776-9BF8-BEFEB400F770}" type="pres">
      <dgm:prSet presAssocID="{1ECBAD4A-20F2-4FAC-9E4B-EC7B3396968E}" presName="dummyNode2" presStyleLbl="node1" presStyleIdx="0" presStyleCnt="3"/>
      <dgm:spPr/>
    </dgm:pt>
    <dgm:pt modelId="{1260555C-4479-4FD4-A21E-521EB099756E}" type="pres">
      <dgm:prSet presAssocID="{1ECBAD4A-20F2-4FAC-9E4B-EC7B3396968E}" presName="childNode2" presStyleLbl="bgAcc1" presStyleIdx="1" presStyleCnt="3">
        <dgm:presLayoutVars>
          <dgm:bulletEnabled val="1"/>
        </dgm:presLayoutVars>
      </dgm:prSet>
      <dgm:spPr/>
    </dgm:pt>
    <dgm:pt modelId="{87CFC4E0-A96F-4C61-8DBF-A5453367A9E0}" type="pres">
      <dgm:prSet presAssocID="{1ECBAD4A-20F2-4FAC-9E4B-EC7B3396968E}" presName="childNode2tx" presStyleLbl="bgAcc1" presStyleIdx="1" presStyleCnt="3">
        <dgm:presLayoutVars>
          <dgm:bulletEnabled val="1"/>
        </dgm:presLayoutVars>
      </dgm:prSet>
      <dgm:spPr/>
    </dgm:pt>
    <dgm:pt modelId="{B210D2A9-3104-47D7-83E9-F79DC23DC0F5}" type="pres">
      <dgm:prSet presAssocID="{1ECBAD4A-20F2-4FAC-9E4B-EC7B3396968E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BA150A81-7DE7-4D16-9581-6A7B4A43D6B9}" type="pres">
      <dgm:prSet presAssocID="{1ECBAD4A-20F2-4FAC-9E4B-EC7B3396968E}" presName="connSite2" presStyleCnt="0"/>
      <dgm:spPr/>
    </dgm:pt>
    <dgm:pt modelId="{DE5FA34C-7F6C-4A27-A309-779B9DC67399}" type="pres">
      <dgm:prSet presAssocID="{B4DE6DA8-005D-4E71-BFBC-B155BD0A5FED}" presName="Name18" presStyleLbl="sibTrans2D1" presStyleIdx="1" presStyleCnt="2"/>
      <dgm:spPr/>
    </dgm:pt>
    <dgm:pt modelId="{B54EA3BB-2670-4F6E-984D-D96C4889808B}" type="pres">
      <dgm:prSet presAssocID="{FEB4D7AA-1735-4CB2-AEB7-FF0411677BBE}" presName="composite1" presStyleCnt="0"/>
      <dgm:spPr/>
    </dgm:pt>
    <dgm:pt modelId="{9449F963-957D-4D8C-9194-36001A998FE6}" type="pres">
      <dgm:prSet presAssocID="{FEB4D7AA-1735-4CB2-AEB7-FF0411677BBE}" presName="dummyNode1" presStyleLbl="node1" presStyleIdx="1" presStyleCnt="3"/>
      <dgm:spPr/>
    </dgm:pt>
    <dgm:pt modelId="{5EF5012E-CECB-4A62-AE23-E5AC8A7772F0}" type="pres">
      <dgm:prSet presAssocID="{FEB4D7AA-1735-4CB2-AEB7-FF0411677BBE}" presName="childNode1" presStyleLbl="bgAcc1" presStyleIdx="2" presStyleCnt="3">
        <dgm:presLayoutVars>
          <dgm:bulletEnabled val="1"/>
        </dgm:presLayoutVars>
      </dgm:prSet>
      <dgm:spPr/>
    </dgm:pt>
    <dgm:pt modelId="{C6C56353-B616-4EE5-BED6-B9F976CDC4A9}" type="pres">
      <dgm:prSet presAssocID="{FEB4D7AA-1735-4CB2-AEB7-FF0411677BBE}" presName="childNode1tx" presStyleLbl="bgAcc1" presStyleIdx="2" presStyleCnt="3">
        <dgm:presLayoutVars>
          <dgm:bulletEnabled val="1"/>
        </dgm:presLayoutVars>
      </dgm:prSet>
      <dgm:spPr/>
    </dgm:pt>
    <dgm:pt modelId="{0ABB5F17-DDE7-417D-AB6F-729E9B7A35D3}" type="pres">
      <dgm:prSet presAssocID="{FEB4D7AA-1735-4CB2-AEB7-FF0411677BBE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0537EDAF-8AA7-4999-BD5E-6E1E6AAB13CC}" type="pres">
      <dgm:prSet presAssocID="{FEB4D7AA-1735-4CB2-AEB7-FF0411677BBE}" presName="connSite1" presStyleCnt="0"/>
      <dgm:spPr/>
    </dgm:pt>
  </dgm:ptLst>
  <dgm:cxnLst>
    <dgm:cxn modelId="{7243A50F-32BC-445E-9A9C-4E0DF6646F99}" srcId="{FEB4D7AA-1735-4CB2-AEB7-FF0411677BBE}" destId="{9AAB6C22-4EAD-453B-85EE-FE50EE0730A9}" srcOrd="1" destOrd="0" parTransId="{8BFCCA7E-235F-4017-99E7-08052201DA49}" sibTransId="{FA43B3BD-5F66-4F3B-9316-4F860A1BE0C0}"/>
    <dgm:cxn modelId="{B18E7E1E-AB90-43B3-89C3-EEDE3CE64059}" srcId="{9DCC0723-188D-4E79-B667-FDEBDEBD4981}" destId="{FEB4D7AA-1735-4CB2-AEB7-FF0411677BBE}" srcOrd="2" destOrd="0" parTransId="{C32925FE-D207-4502-9093-5D453C669409}" sibTransId="{0265908B-98C5-4EB0-8FF3-8782EDE5648A}"/>
    <dgm:cxn modelId="{CB670C22-A45C-4C13-85AF-7B033BA0F011}" srcId="{9DCC0723-188D-4E79-B667-FDEBDEBD4981}" destId="{3236F872-BE9E-447E-9EEE-3F85EE293142}" srcOrd="0" destOrd="0" parTransId="{F22CC1D3-777F-4BCB-A6FB-09F6A3B65DA0}" sibTransId="{CE72D8C7-7024-4587-BF1F-F19AAF601DB2}"/>
    <dgm:cxn modelId="{27474B22-0A61-4121-B297-14C601F5C408}" type="presOf" srcId="{93AD4260-175B-4375-B3C2-0BAA1D035930}" destId="{C6C56353-B616-4EE5-BED6-B9F976CDC4A9}" srcOrd="1" destOrd="0" presId="urn:microsoft.com/office/officeart/2005/8/layout/hProcess4"/>
    <dgm:cxn modelId="{F4E9DD25-4527-4CF1-9919-F4A9EE256A15}" srcId="{3236F872-BE9E-447E-9EEE-3F85EE293142}" destId="{00B3C3B8-5E65-48B1-B9C5-FCF70C92F54F}" srcOrd="0" destOrd="0" parTransId="{AFB2333E-C0D5-43FC-945A-FC7BAF588251}" sibTransId="{C611BE62-E530-499B-9694-2AD02E951B39}"/>
    <dgm:cxn modelId="{A8061829-825E-4C1D-AA56-E2F1436E5EEA}" type="presOf" srcId="{00B3C3B8-5E65-48B1-B9C5-FCF70C92F54F}" destId="{23B3C7B7-2BEB-490D-8124-DACA26E5B299}" srcOrd="0" destOrd="0" presId="urn:microsoft.com/office/officeart/2005/8/layout/hProcess4"/>
    <dgm:cxn modelId="{9F7BBA36-41DB-4DFB-B7D1-0C9B26D3171B}" type="presOf" srcId="{B4DE6DA8-005D-4E71-BFBC-B155BD0A5FED}" destId="{DE5FA34C-7F6C-4A27-A309-779B9DC67399}" srcOrd="0" destOrd="0" presId="urn:microsoft.com/office/officeart/2005/8/layout/hProcess4"/>
    <dgm:cxn modelId="{84650939-895A-4721-A94E-E81108C095EA}" srcId="{1ECBAD4A-20F2-4FAC-9E4B-EC7B3396968E}" destId="{C817903A-2C98-4C82-8F64-804ABB9C3186}" srcOrd="0" destOrd="0" parTransId="{450FE719-53A1-45D0-A9EB-8E89AEF64D0F}" sibTransId="{F17481E4-F421-49B8-A61E-9160A527BC4F}"/>
    <dgm:cxn modelId="{4CDFE75C-CAB5-4454-BDBF-0A6E62B47B65}" type="presOf" srcId="{93AD4260-175B-4375-B3C2-0BAA1D035930}" destId="{5EF5012E-CECB-4A62-AE23-E5AC8A7772F0}" srcOrd="0" destOrd="0" presId="urn:microsoft.com/office/officeart/2005/8/layout/hProcess4"/>
    <dgm:cxn modelId="{08E5E245-04F2-4F72-B72F-A3D2BF654C27}" srcId="{FEB4D7AA-1735-4CB2-AEB7-FF0411677BBE}" destId="{93AD4260-175B-4375-B3C2-0BAA1D035930}" srcOrd="0" destOrd="0" parTransId="{7E45991C-5831-45CE-A3C0-FF286C7FD23B}" sibTransId="{652537B9-6E82-48A4-92CF-20FE614CA601}"/>
    <dgm:cxn modelId="{AECF7166-78A0-4F34-9208-2E710E781C71}" type="presOf" srcId="{00B3C3B8-5E65-48B1-B9C5-FCF70C92F54F}" destId="{FE347EA1-4B05-4179-9A0E-6BB2E4565C9F}" srcOrd="1" destOrd="0" presId="urn:microsoft.com/office/officeart/2005/8/layout/hProcess4"/>
    <dgm:cxn modelId="{240C596E-291E-4ADB-94A0-F83961563B99}" type="presOf" srcId="{C817903A-2C98-4C82-8F64-804ABB9C3186}" destId="{1260555C-4479-4FD4-A21E-521EB099756E}" srcOrd="0" destOrd="0" presId="urn:microsoft.com/office/officeart/2005/8/layout/hProcess4"/>
    <dgm:cxn modelId="{C6BE7573-2238-4059-9120-C1217D019D2D}" type="presOf" srcId="{28176B0C-B1AF-44EA-91EC-F82B8C1E1468}" destId="{1260555C-4479-4FD4-A21E-521EB099756E}" srcOrd="0" destOrd="1" presId="urn:microsoft.com/office/officeart/2005/8/layout/hProcess4"/>
    <dgm:cxn modelId="{8FC0F756-FF67-48D0-A63B-9547E2C0B4F7}" srcId="{9DCC0723-188D-4E79-B667-FDEBDEBD4981}" destId="{1ECBAD4A-20F2-4FAC-9E4B-EC7B3396968E}" srcOrd="1" destOrd="0" parTransId="{7A21CF1D-04CF-4207-8181-C97597E67DED}" sibTransId="{B4DE6DA8-005D-4E71-BFBC-B155BD0A5FED}"/>
    <dgm:cxn modelId="{A8EF2357-2FDC-42FD-8313-864860B12048}" type="presOf" srcId="{9DCC0723-188D-4E79-B667-FDEBDEBD4981}" destId="{B43019F0-DE18-4A0B-ABA2-993068F3FB9B}" srcOrd="0" destOrd="0" presId="urn:microsoft.com/office/officeart/2005/8/layout/hProcess4"/>
    <dgm:cxn modelId="{D6326F77-6B9D-4437-8399-F809F43E7EC1}" type="presOf" srcId="{9AAB6C22-4EAD-453B-85EE-FE50EE0730A9}" destId="{C6C56353-B616-4EE5-BED6-B9F976CDC4A9}" srcOrd="1" destOrd="1" presId="urn:microsoft.com/office/officeart/2005/8/layout/hProcess4"/>
    <dgm:cxn modelId="{213F3984-D2E8-4E14-B0CE-402818A3B59E}" srcId="{3236F872-BE9E-447E-9EEE-3F85EE293142}" destId="{B8E9F6E8-8A18-4B26-A01A-48461ABDBABD}" srcOrd="1" destOrd="0" parTransId="{9285CDE1-E121-43A6-AF45-ECE1AE6B6016}" sibTransId="{9AC68DC2-402B-447C-976E-F255CAB05865}"/>
    <dgm:cxn modelId="{58D11E8B-55FC-4A91-8E42-D5E8AFE52CBC}" type="presOf" srcId="{B8E9F6E8-8A18-4B26-A01A-48461ABDBABD}" destId="{FE347EA1-4B05-4179-9A0E-6BB2E4565C9F}" srcOrd="1" destOrd="1" presId="urn:microsoft.com/office/officeart/2005/8/layout/hProcess4"/>
    <dgm:cxn modelId="{36E77994-3763-4F1B-8DF1-43BA169B093A}" type="presOf" srcId="{CE72D8C7-7024-4587-BF1F-F19AAF601DB2}" destId="{9CCD865D-E2E8-48C7-9E56-A31D1128A7DC}" srcOrd="0" destOrd="0" presId="urn:microsoft.com/office/officeart/2005/8/layout/hProcess4"/>
    <dgm:cxn modelId="{0FEDDA9D-22DB-4F95-B868-C658053B53EF}" srcId="{1ECBAD4A-20F2-4FAC-9E4B-EC7B3396968E}" destId="{28176B0C-B1AF-44EA-91EC-F82B8C1E1468}" srcOrd="1" destOrd="0" parTransId="{07222272-6D14-46A9-BD85-4B29EBDBA5E5}" sibTransId="{C55793B7-1383-4C17-AE0D-A56D669A3B0F}"/>
    <dgm:cxn modelId="{6450099F-9198-4F7F-96DF-D39CEAD87B4E}" type="presOf" srcId="{C817903A-2C98-4C82-8F64-804ABB9C3186}" destId="{87CFC4E0-A96F-4C61-8DBF-A5453367A9E0}" srcOrd="1" destOrd="0" presId="urn:microsoft.com/office/officeart/2005/8/layout/hProcess4"/>
    <dgm:cxn modelId="{7425F7A7-B0DB-458F-8C26-2E15BF96FF8F}" type="presOf" srcId="{3236F872-BE9E-447E-9EEE-3F85EE293142}" destId="{E630668E-E276-4DC7-91C7-A693C215B58F}" srcOrd="0" destOrd="0" presId="urn:microsoft.com/office/officeart/2005/8/layout/hProcess4"/>
    <dgm:cxn modelId="{1B5F58BA-EF51-4127-8A28-E8E65640F1DE}" type="presOf" srcId="{B8E9F6E8-8A18-4B26-A01A-48461ABDBABD}" destId="{23B3C7B7-2BEB-490D-8124-DACA26E5B299}" srcOrd="0" destOrd="1" presId="urn:microsoft.com/office/officeart/2005/8/layout/hProcess4"/>
    <dgm:cxn modelId="{8000DEBC-94BC-4F8B-8868-C7AA15D16F53}" type="presOf" srcId="{FEB4D7AA-1735-4CB2-AEB7-FF0411677BBE}" destId="{0ABB5F17-DDE7-417D-AB6F-729E9B7A35D3}" srcOrd="0" destOrd="0" presId="urn:microsoft.com/office/officeart/2005/8/layout/hProcess4"/>
    <dgm:cxn modelId="{81B4CBDA-0EBE-468F-9080-81E9D2C5A954}" type="presOf" srcId="{1ECBAD4A-20F2-4FAC-9E4B-EC7B3396968E}" destId="{B210D2A9-3104-47D7-83E9-F79DC23DC0F5}" srcOrd="0" destOrd="0" presId="urn:microsoft.com/office/officeart/2005/8/layout/hProcess4"/>
    <dgm:cxn modelId="{BF59D3E0-E24D-4B7A-9EA6-CAC74339A2AB}" type="presOf" srcId="{28176B0C-B1AF-44EA-91EC-F82B8C1E1468}" destId="{87CFC4E0-A96F-4C61-8DBF-A5453367A9E0}" srcOrd="1" destOrd="1" presId="urn:microsoft.com/office/officeart/2005/8/layout/hProcess4"/>
    <dgm:cxn modelId="{7D893FF0-9D22-4FE7-B024-6F44556AFAF6}" type="presOf" srcId="{9AAB6C22-4EAD-453B-85EE-FE50EE0730A9}" destId="{5EF5012E-CECB-4A62-AE23-E5AC8A7772F0}" srcOrd="0" destOrd="1" presId="urn:microsoft.com/office/officeart/2005/8/layout/hProcess4"/>
    <dgm:cxn modelId="{1BD2D4C5-4CA7-4943-B727-F9E902585B26}" type="presParOf" srcId="{B43019F0-DE18-4A0B-ABA2-993068F3FB9B}" destId="{9CCAB169-34BD-45BF-BCD0-FBE31D5EB7D6}" srcOrd="0" destOrd="0" presId="urn:microsoft.com/office/officeart/2005/8/layout/hProcess4"/>
    <dgm:cxn modelId="{65C45CBC-1866-40CC-84F3-E1F845AF6CD5}" type="presParOf" srcId="{B43019F0-DE18-4A0B-ABA2-993068F3FB9B}" destId="{56E20866-EBCC-4775-8A23-FD38856F8DC9}" srcOrd="1" destOrd="0" presId="urn:microsoft.com/office/officeart/2005/8/layout/hProcess4"/>
    <dgm:cxn modelId="{7058FC91-F4B3-43C3-99C3-B3389B5A80C5}" type="presParOf" srcId="{B43019F0-DE18-4A0B-ABA2-993068F3FB9B}" destId="{7D82F00D-4F92-4AB1-95A8-8BE3521304F8}" srcOrd="2" destOrd="0" presId="urn:microsoft.com/office/officeart/2005/8/layout/hProcess4"/>
    <dgm:cxn modelId="{A7069D35-048F-46F7-A2E2-0E92C24197CD}" type="presParOf" srcId="{7D82F00D-4F92-4AB1-95A8-8BE3521304F8}" destId="{174DD2C7-0D24-450B-BE6C-D013DB040EE6}" srcOrd="0" destOrd="0" presId="urn:microsoft.com/office/officeart/2005/8/layout/hProcess4"/>
    <dgm:cxn modelId="{C3C489F2-BA6E-4965-B769-2B220A4C4081}" type="presParOf" srcId="{174DD2C7-0D24-450B-BE6C-D013DB040EE6}" destId="{D2BAAE79-C65E-4941-9897-8CDAB3F73F35}" srcOrd="0" destOrd="0" presId="urn:microsoft.com/office/officeart/2005/8/layout/hProcess4"/>
    <dgm:cxn modelId="{498A0061-39E5-419D-BF3A-8116E71C99E8}" type="presParOf" srcId="{174DD2C7-0D24-450B-BE6C-D013DB040EE6}" destId="{23B3C7B7-2BEB-490D-8124-DACA26E5B299}" srcOrd="1" destOrd="0" presId="urn:microsoft.com/office/officeart/2005/8/layout/hProcess4"/>
    <dgm:cxn modelId="{1ABFE4B3-F1F0-462B-AD06-4A6314ADFBF9}" type="presParOf" srcId="{174DD2C7-0D24-450B-BE6C-D013DB040EE6}" destId="{FE347EA1-4B05-4179-9A0E-6BB2E4565C9F}" srcOrd="2" destOrd="0" presId="urn:microsoft.com/office/officeart/2005/8/layout/hProcess4"/>
    <dgm:cxn modelId="{F67E926B-8D5A-4EEE-B54E-829F8D32F0F3}" type="presParOf" srcId="{174DD2C7-0D24-450B-BE6C-D013DB040EE6}" destId="{E630668E-E276-4DC7-91C7-A693C215B58F}" srcOrd="3" destOrd="0" presId="urn:microsoft.com/office/officeart/2005/8/layout/hProcess4"/>
    <dgm:cxn modelId="{62FA8970-FB22-4331-AFAA-D6B0EABBA29F}" type="presParOf" srcId="{174DD2C7-0D24-450B-BE6C-D013DB040EE6}" destId="{E9126299-085F-47F8-94E9-7E5BA1EF61F4}" srcOrd="4" destOrd="0" presId="urn:microsoft.com/office/officeart/2005/8/layout/hProcess4"/>
    <dgm:cxn modelId="{51E9B1A4-0F62-48D4-9208-EDC9B311B0F8}" type="presParOf" srcId="{7D82F00D-4F92-4AB1-95A8-8BE3521304F8}" destId="{9CCD865D-E2E8-48C7-9E56-A31D1128A7DC}" srcOrd="1" destOrd="0" presId="urn:microsoft.com/office/officeart/2005/8/layout/hProcess4"/>
    <dgm:cxn modelId="{42A3E12E-24C5-4269-96AB-78C251A14C9C}" type="presParOf" srcId="{7D82F00D-4F92-4AB1-95A8-8BE3521304F8}" destId="{4115F881-4F21-4549-9CE1-8676FB7DEF69}" srcOrd="2" destOrd="0" presId="urn:microsoft.com/office/officeart/2005/8/layout/hProcess4"/>
    <dgm:cxn modelId="{566AF8CF-43DC-4E44-A1A2-78ED45885DFB}" type="presParOf" srcId="{4115F881-4F21-4549-9CE1-8676FB7DEF69}" destId="{D2391595-05CA-4776-9BF8-BEFEB400F770}" srcOrd="0" destOrd="0" presId="urn:microsoft.com/office/officeart/2005/8/layout/hProcess4"/>
    <dgm:cxn modelId="{80493EDF-A1EF-4651-8F94-CC81F9994568}" type="presParOf" srcId="{4115F881-4F21-4549-9CE1-8676FB7DEF69}" destId="{1260555C-4479-4FD4-A21E-521EB099756E}" srcOrd="1" destOrd="0" presId="urn:microsoft.com/office/officeart/2005/8/layout/hProcess4"/>
    <dgm:cxn modelId="{22A864B4-91C4-4FDB-9CDE-497136BBB110}" type="presParOf" srcId="{4115F881-4F21-4549-9CE1-8676FB7DEF69}" destId="{87CFC4E0-A96F-4C61-8DBF-A5453367A9E0}" srcOrd="2" destOrd="0" presId="urn:microsoft.com/office/officeart/2005/8/layout/hProcess4"/>
    <dgm:cxn modelId="{476C97F2-5CB4-4154-A033-54A6B4AEDA02}" type="presParOf" srcId="{4115F881-4F21-4549-9CE1-8676FB7DEF69}" destId="{B210D2A9-3104-47D7-83E9-F79DC23DC0F5}" srcOrd="3" destOrd="0" presId="urn:microsoft.com/office/officeart/2005/8/layout/hProcess4"/>
    <dgm:cxn modelId="{2D13101C-71BB-4C00-96C7-A8B6C9001D4F}" type="presParOf" srcId="{4115F881-4F21-4549-9CE1-8676FB7DEF69}" destId="{BA150A81-7DE7-4D16-9581-6A7B4A43D6B9}" srcOrd="4" destOrd="0" presId="urn:microsoft.com/office/officeart/2005/8/layout/hProcess4"/>
    <dgm:cxn modelId="{6E176432-831B-424B-A386-05AA3418F7D8}" type="presParOf" srcId="{7D82F00D-4F92-4AB1-95A8-8BE3521304F8}" destId="{DE5FA34C-7F6C-4A27-A309-779B9DC67399}" srcOrd="3" destOrd="0" presId="urn:microsoft.com/office/officeart/2005/8/layout/hProcess4"/>
    <dgm:cxn modelId="{1E9BE793-A135-419D-A94A-C929D826A236}" type="presParOf" srcId="{7D82F00D-4F92-4AB1-95A8-8BE3521304F8}" destId="{B54EA3BB-2670-4F6E-984D-D96C4889808B}" srcOrd="4" destOrd="0" presId="urn:microsoft.com/office/officeart/2005/8/layout/hProcess4"/>
    <dgm:cxn modelId="{33FB4006-8991-403E-822C-C97F52E11745}" type="presParOf" srcId="{B54EA3BB-2670-4F6E-984D-D96C4889808B}" destId="{9449F963-957D-4D8C-9194-36001A998FE6}" srcOrd="0" destOrd="0" presId="urn:microsoft.com/office/officeart/2005/8/layout/hProcess4"/>
    <dgm:cxn modelId="{D44AA5AD-C6E2-4683-BF73-678047DEDF1E}" type="presParOf" srcId="{B54EA3BB-2670-4F6E-984D-D96C4889808B}" destId="{5EF5012E-CECB-4A62-AE23-E5AC8A7772F0}" srcOrd="1" destOrd="0" presId="urn:microsoft.com/office/officeart/2005/8/layout/hProcess4"/>
    <dgm:cxn modelId="{ADAD3C05-BB7B-4AC0-B8DA-100D2A94DC17}" type="presParOf" srcId="{B54EA3BB-2670-4F6E-984D-D96C4889808B}" destId="{C6C56353-B616-4EE5-BED6-B9F976CDC4A9}" srcOrd="2" destOrd="0" presId="urn:microsoft.com/office/officeart/2005/8/layout/hProcess4"/>
    <dgm:cxn modelId="{A8F127D1-9DA6-46D5-BAB1-7B886A504DBD}" type="presParOf" srcId="{B54EA3BB-2670-4F6E-984D-D96C4889808B}" destId="{0ABB5F17-DDE7-417D-AB6F-729E9B7A35D3}" srcOrd="3" destOrd="0" presId="urn:microsoft.com/office/officeart/2005/8/layout/hProcess4"/>
    <dgm:cxn modelId="{7BCFEFCB-0E8D-491A-8F37-5358B99A21DB}" type="presParOf" srcId="{B54EA3BB-2670-4F6E-984D-D96C4889808B}" destId="{0537EDAF-8AA7-4999-BD5E-6E1E6AAB13CC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B3C7B7-2BEB-490D-8124-DACA26E5B299}">
      <dsp:nvSpPr>
        <dsp:cNvPr id="0" name=""/>
        <dsp:cNvSpPr/>
      </dsp:nvSpPr>
      <dsp:spPr>
        <a:xfrm>
          <a:off x="1888" y="1127163"/>
          <a:ext cx="1239433" cy="1022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200" kern="1200" dirty="0"/>
            <a:t>1,1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200" kern="1200" dirty="0"/>
            <a:t>1,2</a:t>
          </a:r>
        </a:p>
      </dsp:txBody>
      <dsp:txXfrm>
        <a:off x="25413" y="1150688"/>
        <a:ext cx="1192383" cy="756164"/>
      </dsp:txXfrm>
    </dsp:sp>
    <dsp:sp modelId="{9CCD865D-E2E8-48C7-9E56-A31D1128A7DC}">
      <dsp:nvSpPr>
        <dsp:cNvPr id="0" name=""/>
        <dsp:cNvSpPr/>
      </dsp:nvSpPr>
      <dsp:spPr>
        <a:xfrm>
          <a:off x="717993" y="1440943"/>
          <a:ext cx="1263001" cy="1263001"/>
        </a:xfrm>
        <a:prstGeom prst="leftCircularArrow">
          <a:avLst>
            <a:gd name="adj1" fmla="val 2338"/>
            <a:gd name="adj2" fmla="val 282262"/>
            <a:gd name="adj3" fmla="val 2057773"/>
            <a:gd name="adj4" fmla="val 9024489"/>
            <a:gd name="adj5" fmla="val 272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0668E-E276-4DC7-91C7-A693C215B58F}">
      <dsp:nvSpPr>
        <dsp:cNvPr id="0" name=""/>
        <dsp:cNvSpPr/>
      </dsp:nvSpPr>
      <dsp:spPr>
        <a:xfrm>
          <a:off x="277318" y="1930378"/>
          <a:ext cx="1101718" cy="4381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 dirty="0"/>
            <a:t>1</a:t>
          </a:r>
        </a:p>
      </dsp:txBody>
      <dsp:txXfrm>
        <a:off x="290150" y="1943210"/>
        <a:ext cx="1076054" cy="412453"/>
      </dsp:txXfrm>
    </dsp:sp>
    <dsp:sp modelId="{1260555C-4479-4FD4-A21E-521EB099756E}">
      <dsp:nvSpPr>
        <dsp:cNvPr id="0" name=""/>
        <dsp:cNvSpPr/>
      </dsp:nvSpPr>
      <dsp:spPr>
        <a:xfrm>
          <a:off x="1519638" y="1127163"/>
          <a:ext cx="1239433" cy="1022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200" kern="1200" dirty="0"/>
            <a:t>2,1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200" kern="1200" dirty="0"/>
            <a:t>2,2</a:t>
          </a:r>
        </a:p>
      </dsp:txBody>
      <dsp:txXfrm>
        <a:off x="1543163" y="1369746"/>
        <a:ext cx="1192383" cy="756164"/>
      </dsp:txXfrm>
    </dsp:sp>
    <dsp:sp modelId="{DE5FA34C-7F6C-4A27-A309-779B9DC67399}">
      <dsp:nvSpPr>
        <dsp:cNvPr id="0" name=""/>
        <dsp:cNvSpPr/>
      </dsp:nvSpPr>
      <dsp:spPr>
        <a:xfrm>
          <a:off x="2225414" y="532572"/>
          <a:ext cx="1421373" cy="1421373"/>
        </a:xfrm>
        <a:prstGeom prst="circularArrow">
          <a:avLst>
            <a:gd name="adj1" fmla="val 2077"/>
            <a:gd name="adj2" fmla="val 249315"/>
            <a:gd name="adj3" fmla="val 19575175"/>
            <a:gd name="adj4" fmla="val 12575511"/>
            <a:gd name="adj5" fmla="val 2424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10D2A9-3104-47D7-83E9-F79DC23DC0F5}">
      <dsp:nvSpPr>
        <dsp:cNvPr id="0" name=""/>
        <dsp:cNvSpPr/>
      </dsp:nvSpPr>
      <dsp:spPr>
        <a:xfrm>
          <a:off x="1795067" y="908104"/>
          <a:ext cx="1101718" cy="4381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 dirty="0"/>
            <a:t>2</a:t>
          </a:r>
        </a:p>
      </dsp:txBody>
      <dsp:txXfrm>
        <a:off x="1807899" y="920936"/>
        <a:ext cx="1076054" cy="412453"/>
      </dsp:txXfrm>
    </dsp:sp>
    <dsp:sp modelId="{5EF5012E-CECB-4A62-AE23-E5AC8A7772F0}">
      <dsp:nvSpPr>
        <dsp:cNvPr id="0" name=""/>
        <dsp:cNvSpPr/>
      </dsp:nvSpPr>
      <dsp:spPr>
        <a:xfrm>
          <a:off x="3037387" y="1127163"/>
          <a:ext cx="1239433" cy="1022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200" kern="1200" dirty="0"/>
            <a:t>3,1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200" kern="1200" dirty="0"/>
            <a:t>3,2</a:t>
          </a:r>
        </a:p>
      </dsp:txBody>
      <dsp:txXfrm>
        <a:off x="3060912" y="1150688"/>
        <a:ext cx="1192383" cy="756164"/>
      </dsp:txXfrm>
    </dsp:sp>
    <dsp:sp modelId="{0ABB5F17-DDE7-417D-AB6F-729E9B7A35D3}">
      <dsp:nvSpPr>
        <dsp:cNvPr id="0" name=""/>
        <dsp:cNvSpPr/>
      </dsp:nvSpPr>
      <dsp:spPr>
        <a:xfrm>
          <a:off x="3312817" y="1930378"/>
          <a:ext cx="1101718" cy="438117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 dirty="0"/>
            <a:t>3</a:t>
          </a:r>
        </a:p>
      </dsp:txBody>
      <dsp:txXfrm>
        <a:off x="3325649" y="1943210"/>
        <a:ext cx="1076054" cy="4124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pt-PT" dirty="0"/>
          </a:p>
        </p:txBody>
      </p:sp>
      <p:sp>
        <p:nvSpPr>
          <p:cNvPr id="3" name="Marcador de Posição de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F3AFF16A-82AD-4D25-90C0-E8BBE30D5D29}" type="datetime1">
              <a:rPr lang="pt-PT" smtClean="0"/>
              <a:pPr algn="r" rtl="0"/>
              <a:t>01-10-2019</a:t>
            </a:fld>
            <a:endParaRPr lang="pt-PT" dirty="0"/>
          </a:p>
        </p:txBody>
      </p:sp>
      <p:sp>
        <p:nvSpPr>
          <p:cNvPr id="4" name="Marcador de Posição de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pt-PT" dirty="0"/>
          </a:p>
        </p:txBody>
      </p:sp>
      <p:sp>
        <p:nvSpPr>
          <p:cNvPr id="5" name="Marcador de Posição de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D9F912AB-2776-42F2-A957-313FC7EFEDB9}" type="slidenum">
              <a:rPr lang="pt-PT" smtClean="0"/>
              <a:pPr algn="r" rtl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pt-PT" noProof="0" dirty="0"/>
          </a:p>
        </p:txBody>
      </p:sp>
      <p:sp>
        <p:nvSpPr>
          <p:cNvPr id="3" name="Marcador de Posição de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FE18CFE5-4FC5-4851-9E48-5966A5F70AA8}" type="datetime1">
              <a:rPr lang="pt-PT" smtClean="0"/>
              <a:pPr/>
              <a:t>01-10-2019</a:t>
            </a:fld>
            <a:endParaRPr lang="pt-PT" dirty="0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PT" noProof="0" dirty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 dirty="0"/>
              <a:t>Clique para editar os estilos</a:t>
            </a:r>
          </a:p>
          <a:p>
            <a:pPr lvl="1" rtl="0"/>
            <a:r>
              <a:rPr lang="pt-PT" noProof="0" dirty="0"/>
              <a:t>Segundo nível</a:t>
            </a:r>
          </a:p>
          <a:p>
            <a:pPr lvl="2" rtl="0"/>
            <a:r>
              <a:rPr lang="pt-PT" noProof="0" dirty="0"/>
              <a:t>Terceiro nível</a:t>
            </a:r>
          </a:p>
          <a:p>
            <a:pPr lvl="3" rtl="0"/>
            <a:r>
              <a:rPr lang="pt-PT" noProof="0" dirty="0"/>
              <a:t>Quarto nível</a:t>
            </a:r>
          </a:p>
          <a:p>
            <a:pPr lvl="4" rtl="0"/>
            <a:r>
              <a:rPr lang="pt-PT" noProof="0" dirty="0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Marcador de Posição de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F93199CD-3E1B-4AE6-990F-76F925F5EA9F}" type="slidenum">
              <a:rPr lang="pt-PT" smtClean="0"/>
              <a:pPr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pt-PT" smtClean="0"/>
              <a:pPr/>
              <a:t>4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2803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pPr rtl="0"/>
            <a:r>
              <a:rPr lang="pt-PT" noProof="0"/>
              <a:t>Clique para editar o estilo de título do Modelo Global</a:t>
            </a:r>
            <a:endParaRPr lang="pt-PT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PT" noProof="0"/>
              <a:t>Clique para editar o estilo de subtítulo do Modelo Global</a:t>
            </a:r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de título do Modelo Global</a:t>
            </a:r>
            <a:endParaRPr lang="pt-PT" noProof="0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</a:lstStyle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pt-PT" noProof="0" dirty="0"/>
          </a:p>
        </p:txBody>
      </p:sp>
      <p:sp>
        <p:nvSpPr>
          <p:cNvPr id="4" name="Marcador de Posição de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5FDC79F-54B5-4A1A-8550-B77D806E67AA}" type="datetime1">
              <a:rPr lang="pt-PT" noProof="0" smtClean="0"/>
              <a:pPr/>
              <a:t>01-10-2019</a:t>
            </a:fld>
            <a:endParaRPr lang="pt-PT" noProof="0" dirty="0"/>
          </a:p>
        </p:txBody>
      </p:sp>
      <p:sp>
        <p:nvSpPr>
          <p:cNvPr id="5" name="Marcador de Posição de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 dirty="0"/>
          </a:p>
        </p:txBody>
      </p:sp>
      <p:sp>
        <p:nvSpPr>
          <p:cNvPr id="6" name="Marcador de Posição de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PT" noProof="0" smtClean="0"/>
              <a:t>‹nº›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4800" b="0" cap="none" baseline="0"/>
            </a:lvl1pPr>
          </a:lstStyle>
          <a:p>
            <a:pPr rtl="0"/>
            <a:r>
              <a:rPr lang="pt-PT" noProof="0"/>
              <a:t>Clique para editar o estilo de título do Modelo Global</a:t>
            </a:r>
            <a:endParaRPr lang="pt-PT" noProof="0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  <p:sp>
        <p:nvSpPr>
          <p:cNvPr id="4" name="Marcador de Posição de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68C05F1-97AC-4B82-8F32-CE689E5CA79C}" type="datetime1">
              <a:rPr lang="pt-PT" smtClean="0"/>
              <a:pPr/>
              <a:t>01-10-2019</a:t>
            </a:fld>
            <a:endParaRPr lang="pt-PT" dirty="0"/>
          </a:p>
        </p:txBody>
      </p:sp>
      <p:sp>
        <p:nvSpPr>
          <p:cNvPr id="5" name="Marcador de Posição de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 dirty="0"/>
          </a:p>
        </p:txBody>
      </p:sp>
      <p:sp>
        <p:nvSpPr>
          <p:cNvPr id="6" name="Marcador de Posição de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PT" noProof="0" smtClean="0"/>
              <a:t>‹nº›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de título do Modelo Global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pt-PT" noProof="0" dirty="0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pt-PT" noProof="0" dirty="0"/>
          </a:p>
        </p:txBody>
      </p:sp>
      <p:sp>
        <p:nvSpPr>
          <p:cNvPr id="5" name="Marcador de Posição de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52A0561-4C06-4357-B944-10051685035C}" type="datetime1">
              <a:rPr lang="pt-PT" smtClean="0"/>
              <a:pPr/>
              <a:t>01-10-2019</a:t>
            </a:fld>
            <a:endParaRPr lang="pt-PT" dirty="0"/>
          </a:p>
        </p:txBody>
      </p:sp>
      <p:sp>
        <p:nvSpPr>
          <p:cNvPr id="6" name="Marcador de Posição de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 dirty="0"/>
          </a:p>
        </p:txBody>
      </p:sp>
      <p:sp>
        <p:nvSpPr>
          <p:cNvPr id="7" name="Marcador de Posição de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PT" noProof="0" smtClean="0"/>
              <a:t>‹nº›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pt-PT" noProof="0"/>
              <a:t>Clique para editar o estilo de título do Modelo Global</a:t>
            </a:r>
            <a:endParaRPr lang="pt-PT" noProof="0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pt-PT" noProof="0" dirty="0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pt-PT" noProof="0" dirty="0"/>
          </a:p>
        </p:txBody>
      </p:sp>
      <p:sp>
        <p:nvSpPr>
          <p:cNvPr id="7" name="Marcador de Posição de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pt-PT" dirty="0"/>
              <a:t>​</a:t>
            </a:r>
            <a:fld id="{98EF86A2-C2DD-4EFD-8617-2D417628AA6F}" type="datetime1">
              <a:rPr lang="pt-PT" smtClean="0"/>
              <a:pPr/>
              <a:t>01-10-2019</a:t>
            </a:fld>
            <a:r>
              <a:rPr lang="pt-PT" dirty="0"/>
              <a:t>​</a:t>
            </a:r>
          </a:p>
        </p:txBody>
      </p:sp>
      <p:sp>
        <p:nvSpPr>
          <p:cNvPr id="8" name="Marcador de Posição de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 dirty="0"/>
          </a:p>
        </p:txBody>
      </p:sp>
      <p:sp>
        <p:nvSpPr>
          <p:cNvPr id="9" name="Marcador de Posição de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PT" noProof="0" smtClean="0"/>
              <a:t>‹nº›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de título do Modelo Global</a:t>
            </a:r>
            <a:endParaRPr lang="pt-PT" noProof="0" dirty="0"/>
          </a:p>
        </p:txBody>
      </p:sp>
      <p:sp>
        <p:nvSpPr>
          <p:cNvPr id="3" name="Marcador de Posição de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C6E6E01-427D-4864-A395-8E592AD98760}" type="datetime1">
              <a:rPr lang="pt-PT" smtClean="0"/>
              <a:pPr/>
              <a:t>01-10-2019</a:t>
            </a:fld>
            <a:endParaRPr lang="pt-PT" dirty="0"/>
          </a:p>
        </p:txBody>
      </p:sp>
      <p:sp>
        <p:nvSpPr>
          <p:cNvPr id="4" name="Marcador de Posição de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 dirty="0"/>
          </a:p>
        </p:txBody>
      </p:sp>
      <p:sp>
        <p:nvSpPr>
          <p:cNvPr id="5" name="Marcador de Posição de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PT" noProof="0" smtClean="0"/>
              <a:t>‹nº›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794A185-D367-4CB2-85E2-ABDC12AB7ABC}" type="datetime1">
              <a:rPr lang="pt-PT" smtClean="0"/>
              <a:pPr/>
              <a:t>01-10-2019</a:t>
            </a:fld>
            <a:endParaRPr lang="pt-PT" dirty="0"/>
          </a:p>
        </p:txBody>
      </p:sp>
      <p:sp>
        <p:nvSpPr>
          <p:cNvPr id="3" name="Marcador de Posição de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 dirty="0"/>
          </a:p>
        </p:txBody>
      </p:sp>
      <p:sp>
        <p:nvSpPr>
          <p:cNvPr id="4" name="Marcador de Posição de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PT" noProof="0" smtClean="0"/>
              <a:t>‹nº›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rtlCol="0" anchor="b">
            <a:noAutofit/>
          </a:bodyPr>
          <a:lstStyle>
            <a:lvl1pPr algn="l" rtl="0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PT" noProof="0"/>
              <a:t>Clique para editar o estilo de título do Modelo Global</a:t>
            </a:r>
            <a:endParaRPr lang="pt-PT" noProof="0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pt-PT" noProof="0" dirty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 rtlCol="0">
            <a:normAutofit/>
          </a:bodyPr>
          <a:lstStyle>
            <a:lvl1pPr marL="0" indent="0" algn="l" rtl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  <p:sp>
        <p:nvSpPr>
          <p:cNvPr id="5" name="Marcador de Posição de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F00E464-FA25-4EF6-8319-A33EA5BE6DA3}" type="datetime1">
              <a:rPr lang="pt-PT" smtClean="0"/>
              <a:pPr/>
              <a:t>01-10-2019</a:t>
            </a:fld>
            <a:endParaRPr lang="pt-PT" dirty="0"/>
          </a:p>
        </p:txBody>
      </p:sp>
      <p:sp>
        <p:nvSpPr>
          <p:cNvPr id="6" name="Marcador de Posição de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 dirty="0"/>
          </a:p>
        </p:txBody>
      </p:sp>
      <p:sp>
        <p:nvSpPr>
          <p:cNvPr id="7" name="Marcador de Posição de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PT" noProof="0" smtClean="0"/>
              <a:t>‹nº›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 rtlCol="0">
            <a:normAutofit/>
          </a:bodyPr>
          <a:lstStyle>
            <a:lvl1pPr marL="0" indent="0" algn="ctr" rtl="0">
              <a:buNone/>
              <a:defRPr sz="2400"/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pt-PT" noProof="0"/>
              <a:t>Clique no ícone para adicionar uma imagem</a:t>
            </a:r>
            <a:endParaRPr lang="pt-PT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rtlCol="0" anchor="b">
            <a:normAutofit/>
          </a:bodyPr>
          <a:lstStyle>
            <a:lvl1pPr algn="l" rtl="0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PT" noProof="0"/>
              <a:t>Clique para editar o estilo de título do Modelo Global</a:t>
            </a:r>
            <a:endParaRPr lang="pt-PT" noProof="0" dirty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 rtlCol="0">
            <a:normAutofit/>
          </a:bodyPr>
          <a:lstStyle>
            <a:lvl1pPr marL="0" indent="0" algn="l" rtl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  <p:sp>
        <p:nvSpPr>
          <p:cNvPr id="5" name="Marcador de Posição de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2797C8D-B30D-4608-8080-31878268C91F}" type="datetime1">
              <a:rPr lang="pt-PT" smtClean="0"/>
              <a:pPr/>
              <a:t>01-10-2019</a:t>
            </a:fld>
            <a:endParaRPr lang="pt-PT" dirty="0"/>
          </a:p>
        </p:txBody>
      </p:sp>
      <p:sp>
        <p:nvSpPr>
          <p:cNvPr id="6" name="Marcador de Posição de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 dirty="0"/>
          </a:p>
        </p:txBody>
      </p:sp>
      <p:sp>
        <p:nvSpPr>
          <p:cNvPr id="7" name="Marcador de Posição de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PT" noProof="0" smtClean="0"/>
              <a:pPr rtl="0"/>
              <a:t>‹nº›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de título do Modelo Global</a:t>
            </a:r>
            <a:endParaRPr lang="pt-PT" noProof="0" dirty="0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pt-PT" noProof="0" dirty="0"/>
          </a:p>
        </p:txBody>
      </p:sp>
      <p:sp>
        <p:nvSpPr>
          <p:cNvPr id="4" name="Marcador de Posição de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D499AE5-56DF-4459-BDE3-6112A334D181}" type="datetime1">
              <a:rPr lang="pt-PT" smtClean="0"/>
              <a:pPr/>
              <a:t>01-10-2019</a:t>
            </a:fld>
            <a:endParaRPr lang="pt-PT" dirty="0"/>
          </a:p>
        </p:txBody>
      </p:sp>
      <p:sp>
        <p:nvSpPr>
          <p:cNvPr id="5" name="Marcador de Posição de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 dirty="0"/>
          </a:p>
        </p:txBody>
      </p:sp>
      <p:sp>
        <p:nvSpPr>
          <p:cNvPr id="6" name="Marcador de Posição de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PT" noProof="0" smtClean="0"/>
              <a:t>‹nº›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 rtlCol="0"/>
          <a:lstStyle/>
          <a:p>
            <a:pPr rtl="0"/>
            <a:r>
              <a:rPr lang="pt-PT" noProof="0"/>
              <a:t>Clique para editar o estilo de título do Modelo Global</a:t>
            </a:r>
            <a:endParaRPr lang="pt-PT" noProof="0" dirty="0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 rtlCol="0"/>
          <a:lstStyle/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pt-PT" noProof="0" dirty="0"/>
          </a:p>
        </p:txBody>
      </p:sp>
      <p:sp>
        <p:nvSpPr>
          <p:cNvPr id="4" name="Marcador de Posição de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3A7A617-611C-4F18-962A-E97B492F7C9E}" type="datetime1">
              <a:rPr lang="pt-PT" smtClean="0"/>
              <a:pPr/>
              <a:t>01-10-2019</a:t>
            </a:fld>
            <a:endParaRPr lang="pt-PT" dirty="0"/>
          </a:p>
        </p:txBody>
      </p:sp>
      <p:sp>
        <p:nvSpPr>
          <p:cNvPr id="5" name="Marcador de Posição de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 dirty="0"/>
          </a:p>
        </p:txBody>
      </p:sp>
      <p:sp>
        <p:nvSpPr>
          <p:cNvPr id="6" name="Marcador de Posição de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PT" noProof="0" smtClean="0"/>
              <a:t>‹nº›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Título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PT" noProof="0" dirty="0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dirty="0"/>
              <a:t>Clique para editar os estilos</a:t>
            </a:r>
          </a:p>
          <a:p>
            <a:pPr lvl="1" rtl="0"/>
            <a:r>
              <a:rPr lang="pt-PT" noProof="0" dirty="0"/>
              <a:t>Segundo nível</a:t>
            </a:r>
          </a:p>
          <a:p>
            <a:pPr lvl="2" rtl="0"/>
            <a:r>
              <a:rPr lang="pt-PT" noProof="0" dirty="0"/>
              <a:t>Terceiro nível</a:t>
            </a:r>
          </a:p>
          <a:p>
            <a:pPr lvl="3" rtl="0"/>
            <a:r>
              <a:rPr lang="pt-PT" noProof="0" dirty="0"/>
              <a:t>Quarto nível</a:t>
            </a:r>
          </a:p>
          <a:p>
            <a:pPr lvl="4" rtl="0"/>
            <a:r>
              <a:rPr lang="pt-PT" noProof="0" dirty="0"/>
              <a:t>Quinto nível</a:t>
            </a:r>
          </a:p>
        </p:txBody>
      </p:sp>
      <p:sp>
        <p:nvSpPr>
          <p:cNvPr id="4" name="Marcador de Posição de Data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52142-2F0F-4FF8-B9ED-EC26CA17A456}" type="datetime1">
              <a:rPr lang="pt-PT" smtClean="0"/>
              <a:pPr/>
              <a:t>01-10-2019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PT" noProof="0" dirty="0"/>
          </a:p>
        </p:txBody>
      </p:sp>
      <p:sp>
        <p:nvSpPr>
          <p:cNvPr id="6" name="Marcador de Posição de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pt-PT" smtClean="0"/>
              <a:pPr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technofaq.org/posts/2016/03/five-must-have-apps-for-creating-stunning-presentations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reativecommons.org/licenses/by-nc-sa/3.0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chart" Target="../charts/char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/>
        <p:txBody>
          <a:bodyPr rtlCol="0">
            <a:scene3d>
              <a:camera prst="perspectiveAbove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pt-PT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Como fazer uma apresentação excecional</a:t>
            </a:r>
            <a:endParaRPr lang="en-US"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pt-PT" dirty="0" err="1"/>
              <a:t>Vitor</a:t>
            </a:r>
            <a:r>
              <a:rPr lang="pt-PT" dirty="0"/>
              <a:t> Hugo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  <p:bldP spid="4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PT" dirty="0"/>
              <a:t>Conteúdos: </a:t>
            </a:r>
            <a:endParaRPr lang="en-US" dirty="0"/>
          </a:p>
        </p:txBody>
      </p:sp>
      <p:sp>
        <p:nvSpPr>
          <p:cNvPr id="14" name="Marcador de Posição de Conteúdo 13"/>
          <p:cNvSpPr>
            <a:spLocks noGrp="1"/>
          </p:cNvSpPr>
          <p:nvPr>
            <p:ph idx="1"/>
          </p:nvPr>
        </p:nvSpPr>
        <p:spPr>
          <a:xfrm>
            <a:off x="1520647" y="2852936"/>
            <a:ext cx="9134391" cy="4114801"/>
          </a:xfrm>
        </p:spPr>
        <p:txBody>
          <a:bodyPr rtlCol="0"/>
          <a:lstStyle/>
          <a:p>
            <a:r>
              <a:rPr lang="pt-PT" dirty="0"/>
              <a:t>Preparação da apresentação </a:t>
            </a:r>
          </a:p>
          <a:p>
            <a:r>
              <a:rPr lang="pt-PT" dirty="0"/>
              <a:t>Apresentações para quê? </a:t>
            </a:r>
          </a:p>
          <a:p>
            <a:r>
              <a:rPr lang="pt-PT" dirty="0"/>
              <a:t>Organização </a:t>
            </a:r>
          </a:p>
          <a:p>
            <a:r>
              <a:rPr lang="pt-PT" dirty="0"/>
              <a:t>Ferramentas para enriquecer a apresentação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477788" y="-25102"/>
            <a:ext cx="9144001" cy="1371600"/>
          </a:xfrm>
        </p:spPr>
        <p:txBody>
          <a:bodyPr rtlCol="0"/>
          <a:lstStyle/>
          <a:p>
            <a:r>
              <a:rPr lang="pt-PT" dirty="0"/>
              <a:t>Preparação da apresentação: </a:t>
            </a:r>
            <a:endParaRPr lang="en-US" dirty="0"/>
          </a:p>
        </p:txBody>
      </p:sp>
      <p:sp>
        <p:nvSpPr>
          <p:cNvPr id="14" name="Marcador de Posição de Conteúdo 13"/>
          <p:cNvSpPr>
            <a:spLocks noGrp="1"/>
          </p:cNvSpPr>
          <p:nvPr>
            <p:ph idx="1"/>
          </p:nvPr>
        </p:nvSpPr>
        <p:spPr>
          <a:xfrm>
            <a:off x="1341884" y="1916832"/>
            <a:ext cx="9505056" cy="4114801"/>
          </a:xfrm>
        </p:spPr>
        <p:txBody>
          <a:bodyPr rtlCol="0"/>
          <a:lstStyle/>
          <a:p>
            <a:pPr>
              <a:lnSpc>
                <a:spcPct val="150000"/>
              </a:lnSpc>
            </a:pPr>
            <a:r>
              <a:rPr lang="pt-PT" dirty="0"/>
              <a:t>Estabeleça o objetivo da sua apresentação</a:t>
            </a:r>
          </a:p>
          <a:p>
            <a:pPr>
              <a:lnSpc>
                <a:spcPct val="150000"/>
              </a:lnSpc>
            </a:pPr>
            <a:r>
              <a:rPr lang="pt-PT" dirty="0"/>
              <a:t>Tenha em conta a sua audiência alvo (expectativas, idade, conhecimento do tópico)</a:t>
            </a:r>
          </a:p>
          <a:p>
            <a:pPr>
              <a:lnSpc>
                <a:spcPct val="150000"/>
              </a:lnSpc>
            </a:pPr>
            <a:r>
              <a:rPr lang="pt-PT" dirty="0"/>
              <a:t>Tempo de duração da apresentação</a:t>
            </a:r>
          </a:p>
          <a:p>
            <a:pPr>
              <a:lnSpc>
                <a:spcPct val="150000"/>
              </a:lnSpc>
            </a:pPr>
            <a:r>
              <a:rPr lang="pt-PT" dirty="0"/>
              <a:t>Prepare o texto da apresentação como se tratasse de contar uma história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622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533ECBF-03E1-4D6B-9077-384C74D19643}"/>
              </a:ext>
            </a:extLst>
          </p:cNvPr>
          <p:cNvSpPr txBox="1"/>
          <p:nvPr/>
        </p:nvSpPr>
        <p:spPr>
          <a:xfrm>
            <a:off x="1521904" y="1772816"/>
            <a:ext cx="91450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3600" dirty="0"/>
              <a:t>	Numa apresentação devemos tentar que haja um princípio, um meio e um fecho do conteúdo que estamos a apresentar. Podemos iniciar a apresentação com o motivo que nos fez analisar a questão ou o assunto.</a:t>
            </a:r>
          </a:p>
        </p:txBody>
      </p:sp>
    </p:spTree>
    <p:extLst>
      <p:ext uri="{BB962C8B-B14F-4D97-AF65-F5344CB8AC3E}">
        <p14:creationId xmlns:p14="http://schemas.microsoft.com/office/powerpoint/2010/main" val="4237972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1B77F9-3567-44B9-9CDD-87E837B99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876" y="0"/>
            <a:ext cx="5652119" cy="1059903"/>
          </a:xfrm>
        </p:spPr>
        <p:txBody>
          <a:bodyPr/>
          <a:lstStyle/>
          <a:p>
            <a:r>
              <a:rPr lang="pt-PT" dirty="0"/>
              <a:t>Apresentações para quê?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475AE5E-8F1B-4422-8FE0-A13E0D540E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0776" y="2019302"/>
            <a:ext cx="4419599" cy="4404320"/>
          </a:xfrm>
        </p:spPr>
        <p:txBody>
          <a:bodyPr/>
          <a:lstStyle/>
          <a:p>
            <a:r>
              <a:rPr lang="pt-PT" dirty="0"/>
              <a:t>Todos temos, em alguma fase da nossa vida profissional, de apresentar algo.</a:t>
            </a:r>
          </a:p>
          <a:p>
            <a:r>
              <a:rPr lang="pt-PT" dirty="0"/>
              <a:t>Uma apresentação bem conseguida gera proveitos.</a:t>
            </a:r>
          </a:p>
          <a:p>
            <a:r>
              <a:rPr lang="pt-PT" dirty="0"/>
              <a:t>Uma apresentação bem planeada permite não dispersar no assunto assim como não esquecer informações importantes.</a:t>
            </a:r>
          </a:p>
        </p:txBody>
      </p:sp>
      <p:pic>
        <p:nvPicPr>
          <p:cNvPr id="6" name="Marcador de Posição de Conteúdo 5">
            <a:extLst>
              <a:ext uri="{FF2B5EF4-FFF2-40B4-BE49-F238E27FC236}">
                <a16:creationId xmlns:a16="http://schemas.microsoft.com/office/drawing/2014/main" id="{E7792D04-BC32-4089-9D6E-2C0B7DA122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926459" y="1628800"/>
            <a:ext cx="4114800" cy="4114800"/>
          </a:xfr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494A223-0492-4285-87F7-4ADD410430BB}"/>
              </a:ext>
            </a:extLst>
          </p:cNvPr>
          <p:cNvSpPr txBox="1"/>
          <p:nvPr/>
        </p:nvSpPr>
        <p:spPr>
          <a:xfrm>
            <a:off x="6926459" y="5743600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/>
              <a:t>A imagem </a:t>
            </a:r>
            <a:r>
              <a:rPr lang="pt-PT" sz="900">
                <a:hlinkClick r:id="rId3" tooltip="http://technofaq.org/posts/2016/03/five-must-have-apps-for-creating-stunning-presentations/"/>
              </a:rPr>
              <a:t>Esta Fotografia</a:t>
            </a:r>
            <a:r>
              <a:rPr lang="pt-PT" sz="900"/>
              <a:t> de Autor Desconhecido está licenciada ao abrigo da </a:t>
            </a:r>
            <a:r>
              <a:rPr lang="pt-PT" sz="900">
                <a:hlinkClick r:id="rId4" tooltip="https://creativecommons.org/licenses/by-nc-sa/3.0/"/>
              </a:rPr>
              <a:t>CC BY-SA-NC</a:t>
            </a:r>
            <a:endParaRPr lang="pt-PT" sz="900"/>
          </a:p>
        </p:txBody>
      </p:sp>
    </p:spTree>
    <p:extLst>
      <p:ext uri="{BB962C8B-B14F-4D97-AF65-F5344CB8AC3E}">
        <p14:creationId xmlns:p14="http://schemas.microsoft.com/office/powerpoint/2010/main" val="3371346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5D2A5-4CA0-4EA9-A233-767EC05B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692696"/>
            <a:ext cx="4283967" cy="914400"/>
          </a:xfrm>
        </p:spPr>
        <p:txBody>
          <a:bodyPr/>
          <a:lstStyle/>
          <a:p>
            <a:r>
              <a:rPr lang="pt-PT" dirty="0"/>
              <a:t>Organização: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7F81D22-3965-45EC-959E-FD840A29C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7216" y="2564904"/>
            <a:ext cx="9134391" cy="4114801"/>
          </a:xfrm>
        </p:spPr>
        <p:txBody>
          <a:bodyPr/>
          <a:lstStyle/>
          <a:p>
            <a:r>
              <a:rPr lang="pt-PT" dirty="0"/>
              <a:t>Introduzir o tema/problema</a:t>
            </a:r>
          </a:p>
          <a:p>
            <a:r>
              <a:rPr lang="pt-PT" dirty="0"/>
              <a:t>Explicar as ideias; as alternativas; os processos...</a:t>
            </a:r>
          </a:p>
          <a:p>
            <a:r>
              <a:rPr lang="pt-PT" dirty="0"/>
              <a:t>Referir os problemas encontrados</a:t>
            </a:r>
          </a:p>
          <a:p>
            <a:r>
              <a:rPr lang="pt-PT" dirty="0"/>
              <a:t>Indicar as soluções ou conclusões </a:t>
            </a:r>
          </a:p>
        </p:txBody>
      </p:sp>
    </p:spTree>
    <p:extLst>
      <p:ext uri="{BB962C8B-B14F-4D97-AF65-F5344CB8AC3E}">
        <p14:creationId xmlns:p14="http://schemas.microsoft.com/office/powerpoint/2010/main" val="2415906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F62B36-3D49-4511-A00D-34693AF00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Ferramentas para enriquecer a apresentação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0B6BD1C-754F-4C7F-801E-66C6393B8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8276" y="1981200"/>
            <a:ext cx="4416552" cy="762000"/>
          </a:xfrm>
        </p:spPr>
        <p:txBody>
          <a:bodyPr/>
          <a:lstStyle/>
          <a:p>
            <a:r>
              <a:rPr lang="pt-PT" dirty="0" err="1"/>
              <a:t>smartart</a:t>
            </a:r>
            <a:endParaRPr lang="pt-PT" dirty="0"/>
          </a:p>
        </p:txBody>
      </p:sp>
      <p:graphicFrame>
        <p:nvGraphicFramePr>
          <p:cNvPr id="10" name="Marcador de Posição de Conteúdo 9">
            <a:extLst>
              <a:ext uri="{FF2B5EF4-FFF2-40B4-BE49-F238E27FC236}">
                <a16:creationId xmlns:a16="http://schemas.microsoft.com/office/drawing/2014/main" id="{4E8E3DD4-468C-46AC-A0DB-3CCC1B4A99D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76456953"/>
              </p:ext>
            </p:extLst>
          </p:nvPr>
        </p:nvGraphicFramePr>
        <p:xfrm>
          <a:off x="981844" y="2743200"/>
          <a:ext cx="4416425" cy="3276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1E097404-C9D3-4C5B-A47C-1B4D2626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72273" y="1866900"/>
            <a:ext cx="3290691" cy="762000"/>
          </a:xfrm>
        </p:spPr>
        <p:txBody>
          <a:bodyPr/>
          <a:lstStyle/>
          <a:p>
            <a:r>
              <a:rPr lang="pt-PT" dirty="0"/>
              <a:t>GRÁFICOS</a:t>
            </a:r>
          </a:p>
        </p:txBody>
      </p:sp>
      <p:graphicFrame>
        <p:nvGraphicFramePr>
          <p:cNvPr id="9" name="Marcador de Posição de Conteúdo 8">
            <a:extLst>
              <a:ext uri="{FF2B5EF4-FFF2-40B4-BE49-F238E27FC236}">
                <a16:creationId xmlns:a16="http://schemas.microsoft.com/office/drawing/2014/main" id="{8379EDF3-DC50-46FB-A53B-23EC3C01F7D7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699477363"/>
              </p:ext>
            </p:extLst>
          </p:nvPr>
        </p:nvGraphicFramePr>
        <p:xfrm>
          <a:off x="6249988" y="2743200"/>
          <a:ext cx="4416425" cy="327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4077396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Graphic spid="10" grpId="0">
        <p:bldAsOne/>
      </p:bldGraphic>
      <p:bldP spid="5" grpId="0" build="p"/>
      <p:bldGraphic spid="9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ção da Imagem 5">
            <a:extLst>
              <a:ext uri="{FF2B5EF4-FFF2-40B4-BE49-F238E27FC236}">
                <a16:creationId xmlns:a16="http://schemas.microsoft.com/office/drawing/2014/main" id="{1BB21070-A531-45A0-AD23-F775841B0C1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24" r="19524"/>
          <a:stretch>
            <a:fillRect/>
          </a:stretch>
        </p:blipFill>
        <p:spPr>
          <a:xfrm>
            <a:off x="4951414" y="685800"/>
            <a:ext cx="6543598" cy="5334000"/>
          </a:xfrm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PT" dirty="0"/>
              <a:t>Conclusões:</a:t>
            </a:r>
          </a:p>
        </p:txBody>
      </p:sp>
      <p:sp>
        <p:nvSpPr>
          <p:cNvPr id="4" name="Marcador de Posição de Texto 3"/>
          <p:cNvSpPr>
            <a:spLocks noGrp="1"/>
          </p:cNvSpPr>
          <p:nvPr>
            <p:ph type="body" sz="half" idx="2"/>
          </p:nvPr>
        </p:nvSpPr>
        <p:spPr/>
        <p:txBody>
          <a:bodyPr rtlCol="0"/>
          <a:lstStyle/>
          <a:p>
            <a:r>
              <a:rPr lang="pt-PT" dirty="0"/>
              <a:t>Uma apresentação construtiva, coerente e organizada é uma mais valia para qualquer trabalho.</a:t>
            </a:r>
          </a:p>
        </p:txBody>
      </p:sp>
    </p:spTree>
    <p:extLst>
      <p:ext uri="{BB962C8B-B14F-4D97-AF65-F5344CB8AC3E}">
        <p14:creationId xmlns:p14="http://schemas.microsoft.com/office/powerpoint/2010/main" val="110850698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Túnel Digital Azu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9411894_TF02895261_TF02895261" id="{204FB00E-3B8E-4CA4-A36C-CF8378509EB3}" vid="{CEB1498C-00D4-4364-BA24-901A99AD17C4}"/>
    </a:ext>
  </a:extLst>
</a:theme>
</file>

<file path=ppt/theme/theme2.xml><?xml version="1.0" encoding="utf-8"?>
<a:theme xmlns:a="http://schemas.openxmlformats.org/drawingml/2006/main" name="Tema do Offic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1564227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Take your audience through a digital tunnel where they'll  burst through to the other side and see the information you want to present. Show them lists, charts, tables, SmartArt,  and pictures using a variety of layouts in widescreen (16X9) format. This design works well for subjects on science and technology, computers, communication, and more.   
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2012-05-11T02:04:00+00:00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TP102895246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835483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REDMOND\v-vaddu</DisplayName>
        <AccountId>2567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00E41224-0370-4595-877C-23316CD80004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4873beb7-5857-4685-be1f-d57550cc96c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2CCB507-0646-4A50-A4F7-7F385079D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4228E6B-D70C-44BB-A81F-A245495F612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empresarial com túnel azul digital (ecrã panorâmico)</Template>
  <TotalTime>0</TotalTime>
  <Words>184</Words>
  <Application>Microsoft Office PowerPoint</Application>
  <PresentationFormat>Personalizados</PresentationFormat>
  <Paragraphs>39</Paragraphs>
  <Slides>8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11" baseType="lpstr">
      <vt:lpstr>Arial</vt:lpstr>
      <vt:lpstr>Corbel</vt:lpstr>
      <vt:lpstr>Túnel Digital Azul 16x9</vt:lpstr>
      <vt:lpstr>Como fazer uma apresentação excecional</vt:lpstr>
      <vt:lpstr>Conteúdos: </vt:lpstr>
      <vt:lpstr>Preparação da apresentação: </vt:lpstr>
      <vt:lpstr>Apresentação do PowerPoint</vt:lpstr>
      <vt:lpstr>Apresentações para quê?</vt:lpstr>
      <vt:lpstr>Organização:</vt:lpstr>
      <vt:lpstr>Ferramentas para enriquecer a apresentação</vt:lpstr>
      <vt:lpstr>Conclusões: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2019-09-30T23:29:16Z</dcterms:created>
  <dcterms:modified xsi:type="dcterms:W3CDTF">2019-10-01T00:16:22Z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