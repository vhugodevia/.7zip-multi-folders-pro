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Slab-bold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lab-regular.fntdata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6347e06cb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6347e06cb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347e06cb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347e06cb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Instituto Politécnico de Leiria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Escolas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2723856" y="582087"/>
            <a:ext cx="3948000" cy="39480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3619861" y="407378"/>
            <a:ext cx="2166000" cy="2166000"/>
            <a:chOff x="3619861" y="407378"/>
            <a:chExt cx="2166000" cy="2166000"/>
          </a:xfrm>
        </p:grpSpPr>
        <p:sp>
          <p:nvSpPr>
            <p:cNvPr id="73" name="Google Shape;73;p14"/>
            <p:cNvSpPr/>
            <p:nvPr/>
          </p:nvSpPr>
          <p:spPr>
            <a:xfrm>
              <a:off x="3619861" y="407378"/>
              <a:ext cx="2166000" cy="2166000"/>
            </a:xfrm>
            <a:prstGeom prst="ellipse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4024522" y="707737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ESECS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648111" y="1143043"/>
            <a:ext cx="2166000" cy="2166000"/>
            <a:chOff x="4648111" y="1143043"/>
            <a:chExt cx="2166000" cy="2166000"/>
          </a:xfrm>
        </p:grpSpPr>
        <p:sp>
          <p:nvSpPr>
            <p:cNvPr id="76" name="Google Shape;76;p14"/>
            <p:cNvSpPr/>
            <p:nvPr/>
          </p:nvSpPr>
          <p:spPr>
            <a:xfrm>
              <a:off x="4648111" y="1143043"/>
              <a:ext cx="2166000" cy="2166000"/>
            </a:xfrm>
            <a:prstGeom prst="ellipse">
              <a:avLst/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5431956" y="1669515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ESTG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4238812" y="2357689"/>
            <a:ext cx="2166000" cy="2166000"/>
            <a:chOff x="4238812" y="2357689"/>
            <a:chExt cx="2166000" cy="2166000"/>
          </a:xfrm>
        </p:grpSpPr>
        <p:sp>
          <p:nvSpPr>
            <p:cNvPr id="79" name="Google Shape;79;p14"/>
            <p:cNvSpPr/>
            <p:nvPr/>
          </p:nvSpPr>
          <p:spPr>
            <a:xfrm>
              <a:off x="4238812" y="2357689"/>
              <a:ext cx="2166000" cy="2166000"/>
            </a:xfrm>
            <a:prstGeom prst="ellipse">
              <a:avLst/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5047891" y="3185187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ESAD</a:t>
              </a: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2983201" y="2357790"/>
            <a:ext cx="2166000" cy="2166000"/>
            <a:chOff x="2983201" y="2357790"/>
            <a:chExt cx="2166000" cy="2166000"/>
          </a:xfrm>
        </p:grpSpPr>
        <p:sp>
          <p:nvSpPr>
            <p:cNvPr id="82" name="Google Shape;82;p14"/>
            <p:cNvSpPr/>
            <p:nvPr/>
          </p:nvSpPr>
          <p:spPr>
            <a:xfrm>
              <a:off x="2983201" y="2357790"/>
              <a:ext cx="2166000" cy="2166000"/>
            </a:xfrm>
            <a:prstGeom prst="ellipse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3059406" y="3168962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ESTM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2591728" y="1143012"/>
            <a:ext cx="2166000" cy="2166000"/>
            <a:chOff x="2591728" y="1143012"/>
            <a:chExt cx="2166000" cy="2166000"/>
          </a:xfrm>
        </p:grpSpPr>
        <p:sp>
          <p:nvSpPr>
            <p:cNvPr id="85" name="Google Shape;85;p14"/>
            <p:cNvSpPr/>
            <p:nvPr/>
          </p:nvSpPr>
          <p:spPr>
            <a:xfrm>
              <a:off x="2591728" y="1143012"/>
              <a:ext cx="2166000" cy="2166000"/>
            </a:xfrm>
            <a:prstGeom prst="ellipse">
              <a:avLst/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2830556" y="1666262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ESSLei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7" name="Google Shape;87;p14"/>
          <p:cNvSpPr/>
          <p:nvPr/>
        </p:nvSpPr>
        <p:spPr>
          <a:xfrm>
            <a:off x="4084942" y="1943171"/>
            <a:ext cx="1225800" cy="12258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IPLeiria</a:t>
            </a:r>
            <a:endParaRPr/>
          </a:p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Estudantes inscritos em 2013/14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800" y="1295425"/>
            <a:ext cx="5806449" cy="3590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