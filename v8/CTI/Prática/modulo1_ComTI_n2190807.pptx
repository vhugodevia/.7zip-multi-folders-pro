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13531F-0606-48D8-BDE1-DEEA135C0A08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4DD32068-2617-4A63-AD56-9A111E8B3DAA}">
      <dgm:prSet phldrT="[Texto]" custT="1"/>
      <dgm:spPr>
        <a:solidFill>
          <a:srgbClr val="FF0000"/>
        </a:solidFill>
      </dgm:spPr>
      <dgm:t>
        <a:bodyPr/>
        <a:lstStyle/>
        <a:p>
          <a:r>
            <a:rPr lang="pt-PT" sz="2500" dirty="0">
              <a:latin typeface="Calibri" panose="020F0502020204030204" pitchFamily="34" charset="0"/>
              <a:cs typeface="Calibri" panose="020F0502020204030204" pitchFamily="34" charset="0"/>
            </a:rPr>
            <a:t>MOLDES ESPECIAIS</a:t>
          </a:r>
        </a:p>
      </dgm:t>
    </dgm:pt>
    <dgm:pt modelId="{38D22628-54E8-4060-8B57-643324C6E258}" type="parTrans" cxnId="{5ADB7316-3ACE-4BB8-8998-C3ACB5A46FC2}">
      <dgm:prSet/>
      <dgm:spPr/>
      <dgm:t>
        <a:bodyPr/>
        <a:lstStyle/>
        <a:p>
          <a:endParaRPr lang="pt-PT"/>
        </a:p>
      </dgm:t>
    </dgm:pt>
    <dgm:pt modelId="{65B4B9F8-C745-4FD6-8EB2-3295A581DA35}" type="sibTrans" cxnId="{5ADB7316-3ACE-4BB8-8998-C3ACB5A46FC2}">
      <dgm:prSet/>
      <dgm:spPr/>
      <dgm:t>
        <a:bodyPr/>
        <a:lstStyle/>
        <a:p>
          <a:endParaRPr lang="pt-PT"/>
        </a:p>
      </dgm:t>
    </dgm:pt>
    <dgm:pt modelId="{AF6D5993-5B13-4CE4-93E6-24042F938755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pt-PT" sz="2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com Espessuras Finas</a:t>
          </a:r>
        </a:p>
      </dgm:t>
    </dgm:pt>
    <dgm:pt modelId="{3D613F5D-3DA1-41F2-A323-D6B33F3B9448}" type="parTrans" cxnId="{A312A2D7-52E8-4C59-970D-2D0648EAB620}">
      <dgm:prSet/>
      <dgm:spPr/>
      <dgm:t>
        <a:bodyPr/>
        <a:lstStyle/>
        <a:p>
          <a:endParaRPr lang="pt-PT"/>
        </a:p>
      </dgm:t>
    </dgm:pt>
    <dgm:pt modelId="{85514D12-B1E2-489B-9AEA-A9A9D6842A89}" type="sibTrans" cxnId="{A312A2D7-52E8-4C59-970D-2D0648EAB620}">
      <dgm:prSet/>
      <dgm:spPr/>
      <dgm:t>
        <a:bodyPr/>
        <a:lstStyle/>
        <a:p>
          <a:endParaRPr lang="pt-PT"/>
        </a:p>
      </dgm:t>
    </dgm:pt>
    <dgm:pt modelId="{98F456F5-6C8C-4156-B0A9-4047DFD38E38}">
      <dgm:prSet phldrT="[Texto]" custT="1"/>
      <dgm:spPr/>
      <dgm:t>
        <a:bodyPr/>
        <a:lstStyle/>
        <a:p>
          <a:r>
            <a:rPr lang="pt-PT" sz="2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com Balancés e Movimentos</a:t>
          </a:r>
        </a:p>
      </dgm:t>
    </dgm:pt>
    <dgm:pt modelId="{967A532F-8676-42E0-9EED-B5273870D917}" type="parTrans" cxnId="{DC1BC2A8-A384-4ABF-8AD6-2D829C13BAC3}">
      <dgm:prSet/>
      <dgm:spPr/>
      <dgm:t>
        <a:bodyPr/>
        <a:lstStyle/>
        <a:p>
          <a:endParaRPr lang="pt-PT"/>
        </a:p>
      </dgm:t>
    </dgm:pt>
    <dgm:pt modelId="{A7521717-F62C-4209-82D9-24A7364500EC}" type="sibTrans" cxnId="{DC1BC2A8-A384-4ABF-8AD6-2D829C13BAC3}">
      <dgm:prSet/>
      <dgm:spPr/>
      <dgm:t>
        <a:bodyPr/>
        <a:lstStyle/>
        <a:p>
          <a:endParaRPr lang="pt-PT"/>
        </a:p>
      </dgm:t>
    </dgm:pt>
    <dgm:pt modelId="{FF62D0EF-63FF-48D0-90EB-0E60084D4307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pt-PT" sz="2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com pré-abertura</a:t>
          </a:r>
        </a:p>
      </dgm:t>
    </dgm:pt>
    <dgm:pt modelId="{742C3B0E-35BC-4017-A033-CBFF5E506C80}" type="parTrans" cxnId="{14B2482C-0F65-4D56-BC4B-7216D0A19F90}">
      <dgm:prSet/>
      <dgm:spPr/>
      <dgm:t>
        <a:bodyPr/>
        <a:lstStyle/>
        <a:p>
          <a:endParaRPr lang="pt-PT"/>
        </a:p>
      </dgm:t>
    </dgm:pt>
    <dgm:pt modelId="{D16EF8BC-D198-4B7F-96B4-C14EE37E91A1}" type="sibTrans" cxnId="{14B2482C-0F65-4D56-BC4B-7216D0A19F90}">
      <dgm:prSet/>
      <dgm:spPr/>
      <dgm:t>
        <a:bodyPr/>
        <a:lstStyle/>
        <a:p>
          <a:endParaRPr lang="pt-PT"/>
        </a:p>
      </dgm:t>
    </dgm:pt>
    <dgm:pt modelId="{E8DBCE4C-14A1-4BCE-9E45-1B54A21AC9AC}">
      <dgm:prSet phldrT="[Texto]" custT="1"/>
      <dgm:spPr>
        <a:solidFill>
          <a:schemeClr val="accent4"/>
        </a:solidFill>
      </dgm:spPr>
      <dgm:t>
        <a:bodyPr/>
        <a:lstStyle/>
        <a:p>
          <a:r>
            <a:rPr lang="pt-PT" sz="2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de Sandwich</a:t>
          </a:r>
        </a:p>
      </dgm:t>
    </dgm:pt>
    <dgm:pt modelId="{41628A70-6345-4339-A1CA-9F85925A3F48}" type="parTrans" cxnId="{9AEC6064-CB99-4F9E-9C1C-19FF18C37155}">
      <dgm:prSet/>
      <dgm:spPr/>
      <dgm:t>
        <a:bodyPr/>
        <a:lstStyle/>
        <a:p>
          <a:endParaRPr lang="pt-PT"/>
        </a:p>
      </dgm:t>
    </dgm:pt>
    <dgm:pt modelId="{FFCB1D2C-7B3D-40CD-8C79-FD911DE073CD}" type="sibTrans" cxnId="{9AEC6064-CB99-4F9E-9C1C-19FF18C37155}">
      <dgm:prSet/>
      <dgm:spPr/>
      <dgm:t>
        <a:bodyPr/>
        <a:lstStyle/>
        <a:p>
          <a:endParaRPr lang="pt-PT"/>
        </a:p>
      </dgm:t>
    </dgm:pt>
    <dgm:pt modelId="{28F49BBB-8FAC-48D3-AAD6-2A805FFB3568}" type="pres">
      <dgm:prSet presAssocID="{0513531F-0606-48D8-BDE1-DEEA135C0A08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037F045-4F67-4DD9-9D39-672A697ECA14}" type="pres">
      <dgm:prSet presAssocID="{0513531F-0606-48D8-BDE1-DEEA135C0A08}" presName="matrix" presStyleCnt="0"/>
      <dgm:spPr/>
    </dgm:pt>
    <dgm:pt modelId="{DF02FCCE-691D-41C3-B49F-5202983F62A0}" type="pres">
      <dgm:prSet presAssocID="{0513531F-0606-48D8-BDE1-DEEA135C0A08}" presName="tile1" presStyleLbl="node1" presStyleIdx="0" presStyleCnt="4"/>
      <dgm:spPr/>
    </dgm:pt>
    <dgm:pt modelId="{3BEFA657-C647-4BFD-B78E-8D6916292943}" type="pres">
      <dgm:prSet presAssocID="{0513531F-0606-48D8-BDE1-DEEA135C0A08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8EE331-7A56-43BF-A67E-E1945027BA82}" type="pres">
      <dgm:prSet presAssocID="{0513531F-0606-48D8-BDE1-DEEA135C0A08}" presName="tile2" presStyleLbl="node1" presStyleIdx="1" presStyleCnt="4"/>
      <dgm:spPr/>
    </dgm:pt>
    <dgm:pt modelId="{5F3423A9-0359-4DF4-9CE4-B267A5B98F87}" type="pres">
      <dgm:prSet presAssocID="{0513531F-0606-48D8-BDE1-DEEA135C0A08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346BF86-AC7B-49E7-99B4-8836072CFA4A}" type="pres">
      <dgm:prSet presAssocID="{0513531F-0606-48D8-BDE1-DEEA135C0A08}" presName="tile3" presStyleLbl="node1" presStyleIdx="2" presStyleCnt="4"/>
      <dgm:spPr/>
    </dgm:pt>
    <dgm:pt modelId="{9BA961B3-11E6-4BC8-8DDC-30EAA45899C8}" type="pres">
      <dgm:prSet presAssocID="{0513531F-0606-48D8-BDE1-DEEA135C0A08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61B37EB-248F-44C8-BFCF-21FECB01DFF9}" type="pres">
      <dgm:prSet presAssocID="{0513531F-0606-48D8-BDE1-DEEA135C0A08}" presName="tile4" presStyleLbl="node1" presStyleIdx="3" presStyleCnt="4"/>
      <dgm:spPr/>
    </dgm:pt>
    <dgm:pt modelId="{2E26313A-9DDB-4ACA-BC44-F59292F53BAB}" type="pres">
      <dgm:prSet presAssocID="{0513531F-0606-48D8-BDE1-DEEA135C0A08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A61067F1-92DE-48D8-8E75-3E51B0DCB02D}" type="pres">
      <dgm:prSet presAssocID="{0513531F-0606-48D8-BDE1-DEEA135C0A08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40B3013-FBD3-4F19-A003-BEAB3573FAA4}" type="presOf" srcId="{AF6D5993-5B13-4CE4-93E6-24042F938755}" destId="{DF02FCCE-691D-41C3-B49F-5202983F62A0}" srcOrd="0" destOrd="0" presId="urn:microsoft.com/office/officeart/2005/8/layout/matrix1"/>
    <dgm:cxn modelId="{5ADB7316-3ACE-4BB8-8998-C3ACB5A46FC2}" srcId="{0513531F-0606-48D8-BDE1-DEEA135C0A08}" destId="{4DD32068-2617-4A63-AD56-9A111E8B3DAA}" srcOrd="0" destOrd="0" parTransId="{38D22628-54E8-4060-8B57-643324C6E258}" sibTransId="{65B4B9F8-C745-4FD6-8EB2-3295A581DA35}"/>
    <dgm:cxn modelId="{6D679416-3444-4A13-9C5E-1218E28947F5}" type="presOf" srcId="{4DD32068-2617-4A63-AD56-9A111E8B3DAA}" destId="{A61067F1-92DE-48D8-8E75-3E51B0DCB02D}" srcOrd="0" destOrd="0" presId="urn:microsoft.com/office/officeart/2005/8/layout/matrix1"/>
    <dgm:cxn modelId="{14B2482C-0F65-4D56-BC4B-7216D0A19F90}" srcId="{4DD32068-2617-4A63-AD56-9A111E8B3DAA}" destId="{FF62D0EF-63FF-48D0-90EB-0E60084D4307}" srcOrd="2" destOrd="0" parTransId="{742C3B0E-35BC-4017-A033-CBFF5E506C80}" sibTransId="{D16EF8BC-D198-4B7F-96B4-C14EE37E91A1}"/>
    <dgm:cxn modelId="{59AC1434-6ABA-4074-B439-BCA53A3F41EC}" type="presOf" srcId="{98F456F5-6C8C-4156-B0A9-4047DFD38E38}" destId="{BE8EE331-7A56-43BF-A67E-E1945027BA82}" srcOrd="0" destOrd="0" presId="urn:microsoft.com/office/officeart/2005/8/layout/matrix1"/>
    <dgm:cxn modelId="{500A3660-0A3B-4B93-AB73-5A4DEE550817}" type="presOf" srcId="{AF6D5993-5B13-4CE4-93E6-24042F938755}" destId="{3BEFA657-C647-4BFD-B78E-8D6916292943}" srcOrd="1" destOrd="0" presId="urn:microsoft.com/office/officeart/2005/8/layout/matrix1"/>
    <dgm:cxn modelId="{9AEC6064-CB99-4F9E-9C1C-19FF18C37155}" srcId="{4DD32068-2617-4A63-AD56-9A111E8B3DAA}" destId="{E8DBCE4C-14A1-4BCE-9E45-1B54A21AC9AC}" srcOrd="3" destOrd="0" parTransId="{41628A70-6345-4339-A1CA-9F85925A3F48}" sibTransId="{FFCB1D2C-7B3D-40CD-8C79-FD911DE073CD}"/>
    <dgm:cxn modelId="{626FC072-7798-40D6-AEAF-A8E7575A1A65}" type="presOf" srcId="{FF62D0EF-63FF-48D0-90EB-0E60084D4307}" destId="{C346BF86-AC7B-49E7-99B4-8836072CFA4A}" srcOrd="0" destOrd="0" presId="urn:microsoft.com/office/officeart/2005/8/layout/matrix1"/>
    <dgm:cxn modelId="{9A88787B-3C58-4CD9-8892-D51F136F129B}" type="presOf" srcId="{98F456F5-6C8C-4156-B0A9-4047DFD38E38}" destId="{5F3423A9-0359-4DF4-9CE4-B267A5B98F87}" srcOrd="1" destOrd="0" presId="urn:microsoft.com/office/officeart/2005/8/layout/matrix1"/>
    <dgm:cxn modelId="{23D2818C-A8AE-4206-A2D7-5174B5AD2A36}" type="presOf" srcId="{E8DBCE4C-14A1-4BCE-9E45-1B54A21AC9AC}" destId="{361B37EB-248F-44C8-BFCF-21FECB01DFF9}" srcOrd="0" destOrd="0" presId="urn:microsoft.com/office/officeart/2005/8/layout/matrix1"/>
    <dgm:cxn modelId="{DC1BC2A8-A384-4ABF-8AD6-2D829C13BAC3}" srcId="{4DD32068-2617-4A63-AD56-9A111E8B3DAA}" destId="{98F456F5-6C8C-4156-B0A9-4047DFD38E38}" srcOrd="1" destOrd="0" parTransId="{967A532F-8676-42E0-9EED-B5273870D917}" sibTransId="{A7521717-F62C-4209-82D9-24A7364500EC}"/>
    <dgm:cxn modelId="{2DC511B7-89D0-4FFA-8D87-202EFCDB89EA}" type="presOf" srcId="{0513531F-0606-48D8-BDE1-DEEA135C0A08}" destId="{28F49BBB-8FAC-48D3-AAD6-2A805FFB3568}" srcOrd="0" destOrd="0" presId="urn:microsoft.com/office/officeart/2005/8/layout/matrix1"/>
    <dgm:cxn modelId="{14E4F7D1-755B-4208-8E85-D2FA0E9E24C6}" type="presOf" srcId="{E8DBCE4C-14A1-4BCE-9E45-1B54A21AC9AC}" destId="{2E26313A-9DDB-4ACA-BC44-F59292F53BAB}" srcOrd="1" destOrd="0" presId="urn:microsoft.com/office/officeart/2005/8/layout/matrix1"/>
    <dgm:cxn modelId="{A312A2D7-52E8-4C59-970D-2D0648EAB620}" srcId="{4DD32068-2617-4A63-AD56-9A111E8B3DAA}" destId="{AF6D5993-5B13-4CE4-93E6-24042F938755}" srcOrd="0" destOrd="0" parTransId="{3D613F5D-3DA1-41F2-A323-D6B33F3B9448}" sibTransId="{85514D12-B1E2-489B-9AEA-A9A9D6842A89}"/>
    <dgm:cxn modelId="{E9070BE8-C086-4D4E-8A9A-D28B48C79C80}" type="presOf" srcId="{FF62D0EF-63FF-48D0-90EB-0E60084D4307}" destId="{9BA961B3-11E6-4BC8-8DDC-30EAA45899C8}" srcOrd="1" destOrd="0" presId="urn:microsoft.com/office/officeart/2005/8/layout/matrix1"/>
    <dgm:cxn modelId="{9ACB5B72-73F1-4BB8-BF33-9857F40BC63F}" type="presParOf" srcId="{28F49BBB-8FAC-48D3-AAD6-2A805FFB3568}" destId="{F037F045-4F67-4DD9-9D39-672A697ECA14}" srcOrd="0" destOrd="0" presId="urn:microsoft.com/office/officeart/2005/8/layout/matrix1"/>
    <dgm:cxn modelId="{1D27642F-75DD-466E-B824-EEA23A83C744}" type="presParOf" srcId="{F037F045-4F67-4DD9-9D39-672A697ECA14}" destId="{DF02FCCE-691D-41C3-B49F-5202983F62A0}" srcOrd="0" destOrd="0" presId="urn:microsoft.com/office/officeart/2005/8/layout/matrix1"/>
    <dgm:cxn modelId="{35F1B929-5669-43B0-A35E-29902EE40C03}" type="presParOf" srcId="{F037F045-4F67-4DD9-9D39-672A697ECA14}" destId="{3BEFA657-C647-4BFD-B78E-8D6916292943}" srcOrd="1" destOrd="0" presId="urn:microsoft.com/office/officeart/2005/8/layout/matrix1"/>
    <dgm:cxn modelId="{7086FD60-22C6-4A60-BC7D-9D76619D62D6}" type="presParOf" srcId="{F037F045-4F67-4DD9-9D39-672A697ECA14}" destId="{BE8EE331-7A56-43BF-A67E-E1945027BA82}" srcOrd="2" destOrd="0" presId="urn:microsoft.com/office/officeart/2005/8/layout/matrix1"/>
    <dgm:cxn modelId="{58B10468-EFFB-4007-B535-B25943ECD6FE}" type="presParOf" srcId="{F037F045-4F67-4DD9-9D39-672A697ECA14}" destId="{5F3423A9-0359-4DF4-9CE4-B267A5B98F87}" srcOrd="3" destOrd="0" presId="urn:microsoft.com/office/officeart/2005/8/layout/matrix1"/>
    <dgm:cxn modelId="{194B4807-7CE0-4D0F-8393-479A85A84FCD}" type="presParOf" srcId="{F037F045-4F67-4DD9-9D39-672A697ECA14}" destId="{C346BF86-AC7B-49E7-99B4-8836072CFA4A}" srcOrd="4" destOrd="0" presId="urn:microsoft.com/office/officeart/2005/8/layout/matrix1"/>
    <dgm:cxn modelId="{E1438154-6708-4492-95E0-20BE3CD97F83}" type="presParOf" srcId="{F037F045-4F67-4DD9-9D39-672A697ECA14}" destId="{9BA961B3-11E6-4BC8-8DDC-30EAA45899C8}" srcOrd="5" destOrd="0" presId="urn:microsoft.com/office/officeart/2005/8/layout/matrix1"/>
    <dgm:cxn modelId="{E508AC20-7BAB-44A7-B3FE-7FECCDADAE2E}" type="presParOf" srcId="{F037F045-4F67-4DD9-9D39-672A697ECA14}" destId="{361B37EB-248F-44C8-BFCF-21FECB01DFF9}" srcOrd="6" destOrd="0" presId="urn:microsoft.com/office/officeart/2005/8/layout/matrix1"/>
    <dgm:cxn modelId="{179F20C8-09BF-4502-81C4-5BC2EE64BE7F}" type="presParOf" srcId="{F037F045-4F67-4DD9-9D39-672A697ECA14}" destId="{2E26313A-9DDB-4ACA-BC44-F59292F53BAB}" srcOrd="7" destOrd="0" presId="urn:microsoft.com/office/officeart/2005/8/layout/matrix1"/>
    <dgm:cxn modelId="{A65BB3BD-E1B8-44EB-A678-9A0DBBFE5B74}" type="presParOf" srcId="{28F49BBB-8FAC-48D3-AAD6-2A805FFB3568}" destId="{A61067F1-92DE-48D8-8E75-3E51B0DCB02D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2FCCE-691D-41C3-B49F-5202983F62A0}">
      <dsp:nvSpPr>
        <dsp:cNvPr id="0" name=""/>
        <dsp:cNvSpPr/>
      </dsp:nvSpPr>
      <dsp:spPr>
        <a:xfrm rot="16200000">
          <a:off x="1541065" y="-1541065"/>
          <a:ext cx="2175669" cy="5257800"/>
        </a:xfrm>
        <a:prstGeom prst="round1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com Espessuras Finas</a:t>
          </a:r>
        </a:p>
      </dsp:txBody>
      <dsp:txXfrm rot="5400000">
        <a:off x="0" y="0"/>
        <a:ext cx="5257800" cy="1631751"/>
      </dsp:txXfrm>
    </dsp:sp>
    <dsp:sp modelId="{BE8EE331-7A56-43BF-A67E-E1945027BA82}">
      <dsp:nvSpPr>
        <dsp:cNvPr id="0" name=""/>
        <dsp:cNvSpPr/>
      </dsp:nvSpPr>
      <dsp:spPr>
        <a:xfrm>
          <a:off x="5257800" y="0"/>
          <a:ext cx="5257800" cy="217566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com Balancés e Movimentos</a:t>
          </a:r>
        </a:p>
      </dsp:txBody>
      <dsp:txXfrm>
        <a:off x="5257800" y="0"/>
        <a:ext cx="5257800" cy="1631751"/>
      </dsp:txXfrm>
    </dsp:sp>
    <dsp:sp modelId="{C346BF86-AC7B-49E7-99B4-8836072CFA4A}">
      <dsp:nvSpPr>
        <dsp:cNvPr id="0" name=""/>
        <dsp:cNvSpPr/>
      </dsp:nvSpPr>
      <dsp:spPr>
        <a:xfrm rot="10800000">
          <a:off x="0" y="2175669"/>
          <a:ext cx="5257800" cy="2175669"/>
        </a:xfrm>
        <a:prstGeom prst="round1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com pré-abertura</a:t>
          </a:r>
        </a:p>
      </dsp:txBody>
      <dsp:txXfrm rot="10800000">
        <a:off x="0" y="2719586"/>
        <a:ext cx="5257800" cy="1631751"/>
      </dsp:txXfrm>
    </dsp:sp>
    <dsp:sp modelId="{361B37EB-248F-44C8-BFCF-21FECB01DFF9}">
      <dsp:nvSpPr>
        <dsp:cNvPr id="0" name=""/>
        <dsp:cNvSpPr/>
      </dsp:nvSpPr>
      <dsp:spPr>
        <a:xfrm rot="5400000">
          <a:off x="6798865" y="634603"/>
          <a:ext cx="2175669" cy="5257800"/>
        </a:xfrm>
        <a:prstGeom prst="round1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Moldes de Sandwich</a:t>
          </a:r>
        </a:p>
      </dsp:txBody>
      <dsp:txXfrm rot="-5400000">
        <a:off x="5257800" y="2719586"/>
        <a:ext cx="5257800" cy="1631751"/>
      </dsp:txXfrm>
    </dsp:sp>
    <dsp:sp modelId="{A61067F1-92DE-48D8-8E75-3E51B0DCB02D}">
      <dsp:nvSpPr>
        <dsp:cNvPr id="0" name=""/>
        <dsp:cNvSpPr/>
      </dsp:nvSpPr>
      <dsp:spPr>
        <a:xfrm>
          <a:off x="3680460" y="1631751"/>
          <a:ext cx="3154680" cy="1087834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>
              <a:latin typeface="Calibri" panose="020F0502020204030204" pitchFamily="34" charset="0"/>
              <a:cs typeface="Calibri" panose="020F0502020204030204" pitchFamily="34" charset="0"/>
            </a:rPr>
            <a:t>MOLDES ESPECIAIS</a:t>
          </a:r>
        </a:p>
      </dsp:txBody>
      <dsp:txXfrm>
        <a:off x="3733564" y="1684855"/>
        <a:ext cx="3048472" cy="981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39432193-1A79-425E-905D-C401C68CA2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PT"/>
              <a:t>Projeto de Moldes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5BE2D09-2F46-4CCF-B3B0-7E8B183FC3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A3377-DA0E-47AD-9649-62BBE3B590E6}" type="datetimeFigureOut">
              <a:rPr lang="pt-PT" smtClean="0"/>
              <a:t>18/11/2019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229A94F-1EB5-4E20-8EA5-35BE1EB83E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PT"/>
              <a:t>Vítor Antunes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D905BB1-57F2-4324-8D95-39A94B22B4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D35B3-C517-4506-BDE0-2D96C4EA314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41786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PT"/>
              <a:t>Projeto de Moldes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57843-5001-433F-ADC4-B6FD66C31535}" type="datetimeFigureOut">
              <a:rPr lang="pt-PT" smtClean="0"/>
              <a:t>18/11/2019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PT"/>
              <a:t>Vítor Antunes</a:t>
            </a:r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82D95-65BD-407F-AA44-AEBC8213DFF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973491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F7EED-6A0A-448F-9E3E-CA738E9AA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C38C1F-BD02-452F-8005-4D624AD37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E3E8F0B-7B7B-4DC7-8656-E6185C8E0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D86C-2672-43EF-A1C3-E299D2A9F4C7}" type="datetime1">
              <a:rPr lang="pt-PT" smtClean="0"/>
              <a:t>18/11/2019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9AB61AD-D12D-4CF4-8DCF-923F4678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0EF15B-20D8-471B-84F8-8013A224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38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B3CFD-2209-44CF-87D6-9539F81EA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0D0D082-35AB-4DBA-9FBE-AA86EE49D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85E51EE-7A7C-4B08-A640-FD46E73E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4B733-DBDC-4F86-B988-D8965BBB326F}" type="datetime1">
              <a:rPr lang="pt-PT" smtClean="0"/>
              <a:t>18/11/2019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A18F252-33A2-495D-B0E8-15CC5FA9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83C18F4-8154-467C-9BA2-11EEF274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188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50479-4388-4BFA-871A-F8F10EA8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208C9E-8430-4FAD-9F17-DB96851E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CC68E06-B3CA-4A0B-BF8B-9EA0469D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2C0C0-DC49-4A32-981D-476E674C95F1}" type="datetime1">
              <a:rPr lang="pt-PT" smtClean="0"/>
              <a:t>18/11/2019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585EF00-5BBE-4984-9A12-D5EB3081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642B81-54D4-47BE-856B-5C358D0C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29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15A06-4893-4734-A72D-25AC681E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019E14-F2B3-4D9C-A765-434C77A39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C96AB9A-7A5B-4A2A-83F4-59D9DB325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27AA197-8948-46EB-B54C-63FF1BF4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C23E4-6889-464D-A584-3633E0E0BD2F}" type="datetime1">
              <a:rPr lang="pt-PT" smtClean="0"/>
              <a:t>18/11/2019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89F8ADF-A429-4871-8142-C0AF8F23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DA53261-6188-4E47-A30C-03A2DCFB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2642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56403-A91B-4A33-BAD5-C7910949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C3A8D31-F6A6-44CE-B560-03F308870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491DD8B-8B6F-4DD6-B9A8-0F156E602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8779CC91-2F2E-4A8F-85BE-BAF8BCC7A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EAEB578-A4B8-4328-9490-0ADD29B34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7DD037D-E6F4-4820-98FA-39066AD2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6136-1500-4382-BD96-E7F21EEECF47}" type="datetime1">
              <a:rPr lang="pt-PT" smtClean="0"/>
              <a:t>18/11/2019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2696E12-2F4C-41D1-B499-7D756135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EA4AEE1-4D6F-421E-926F-48860755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628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204B-4023-435F-A42A-0360CDCB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5EB7849-0C1D-4F1E-85D2-6A0BEB45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8E64F-D4E2-4623-8587-475EFB054513}" type="datetime1">
              <a:rPr lang="pt-PT" smtClean="0"/>
              <a:t>18/11/2019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5A898F2-0AE7-4C85-BC12-CDB7AB96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CCB8466-9648-4AF8-A922-1F985479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064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25CA79A-3D84-43BA-97ED-1287D08C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607EB-11E8-4172-A351-6AA7761F2C97}" type="datetime1">
              <a:rPr lang="pt-PT" smtClean="0"/>
              <a:t>18/11/2019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0B03214-1C38-4216-8FDB-7E44B903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6E2034E-4EC7-455C-9EC5-1A134047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866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85F70-1A49-42B6-8A99-6AB5FB03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71464F6-C35C-4426-B7E0-2D30D8A4F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367C509-7A82-4DA0-B53B-9604BCF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810B28D-F544-49C9-8774-A2595769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6C6F7-62FC-4695-820A-02676215E0DB}" type="datetime1">
              <a:rPr lang="pt-PT" smtClean="0"/>
              <a:t>18/11/2019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941BC05-8D55-4E53-94F2-4D46DF1AB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5743558-1C5C-4D36-BA0D-BDB6E026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827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BBAEF-02E9-40F8-ADBD-BFBD5AA4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CB57F40-D65D-44D3-84D5-E4FC3CAF8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3134AC9-BAAC-47AB-BEAA-F4DCDD086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ABA4B91-11C5-4EDE-BB91-F3FD065D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CFAD-F89E-4F55-B41A-B76B6003D522}" type="datetime1">
              <a:rPr lang="pt-PT" smtClean="0"/>
              <a:t>18/11/2019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0501572-B9A9-4915-83D9-A11EE381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E875176-008B-4822-B2A3-2498660F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765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895E3-22FF-41A8-91AF-4D9A1BC3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46FF3C6-3698-41DC-8D43-DF12B27B3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6142736-0FB5-4061-A635-BA61819C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E379-B4B2-4C74-8FCF-E2AB604926EA}" type="datetime1">
              <a:rPr lang="pt-PT" smtClean="0"/>
              <a:t>18/11/2019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2D330C8-6864-42AA-A2F2-E86B12D7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9B20AE1-E929-4BED-A3EF-42B26617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43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DE0C65-D134-4F70-9370-176E6DA78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6B6647A-D8E2-4C01-B824-5C5A8308D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D1D0AA1-F275-4DB2-B54D-708EA7B1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DB47-FAE5-4A71-A055-13C66D04B3B5}" type="datetime1">
              <a:rPr lang="pt-PT" smtClean="0"/>
              <a:t>18/11/2019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2573D1D-3E6D-4EFE-9E03-08BF0769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256B38B-0F34-4B22-A4BE-195FE9E3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508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6CE1DC7-034D-4067-A2DF-FD233D28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F57210A-3C74-4316-9FA4-0303C1089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57AF798-88AD-4F60-88FC-C7B5CC5C5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64AEA-C313-40AF-8884-55F20B7CE78A}" type="datetime1">
              <a:rPr lang="pt-PT" smtClean="0"/>
              <a:t>18/11/2019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AC1EB88-D1D5-4183-B83C-74D2AAE54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/>
              <a:t>Projeto de Moldes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2FA8C47-F2ED-45EB-A7EA-810C1C49D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8805A-86B9-40EB-80D1-90646223AFC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089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www.regiaodeleiria.pt/2019/01/moldes-e-plasticos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7EACD12-2B9B-4559-93D1-F35E4B09BA43}"/>
              </a:ext>
            </a:extLst>
          </p:cNvPr>
          <p:cNvSpPr/>
          <p:nvPr/>
        </p:nvSpPr>
        <p:spPr>
          <a:xfrm>
            <a:off x="2973833" y="699247"/>
            <a:ext cx="624433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Projeto de Moldes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7107CB-7F58-4551-87C2-BD30395F0297}"/>
              </a:ext>
            </a:extLst>
          </p:cNvPr>
          <p:cNvSpPr/>
          <p:nvPr/>
        </p:nvSpPr>
        <p:spPr>
          <a:xfrm>
            <a:off x="1207129" y="4004565"/>
            <a:ext cx="9777741" cy="83099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PT" sz="4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Black" panose="020B0A04020102020204" pitchFamily="34" charset="0"/>
              </a:rPr>
              <a:t>Realizado por Vìtor Antunes</a:t>
            </a:r>
            <a:endParaRPr lang="pt-PT" sz="4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B10D1807-5196-4D21-B7C1-5406B2A7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F6125EB3-F1E7-436D-97BB-3C38E3F9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1930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9AD09-09C1-4E6A-84A6-208DB9AB3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259"/>
          </a:xfrm>
          <a:pattFill prst="pct40">
            <a:fgClr>
              <a:schemeClr val="accent6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pt-PT" dirty="0">
                <a:latin typeface="Arial Black" panose="020B0A04020102020204" pitchFamily="34" charset="0"/>
              </a:rPr>
              <a:t>Produção de Moldes na região de Leiria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27906B-E8DF-4A52-B4FD-3ED5CD25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algn="just"/>
            <a:r>
              <a:rPr lang="pt-PT" dirty="0"/>
              <a:t>A indústria dos moldes, é um dos maiores motores para a economia da região de leiria, sendo esta indústria responsável, por empregar direta ou indiretamente grande parte da mão-de-obra local, externa. Esta indústria tem vindo a apostar sobretudo em mão de obra jovem e qualificada. Contudo uma das maiores dificuldades da indústria dos moldes na região é a falta de trabalhadores, sobretudo qualificados.</a:t>
            </a:r>
          </a:p>
          <a:p>
            <a:endParaRPr lang="pt-PT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611A59D-644C-4F33-8251-6796CE2C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6B00E5B-A6F1-496E-A22E-154F7114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876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701FCF1-31B9-4E92-A77B-084CD0C63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622" y="3258000"/>
            <a:ext cx="5403378" cy="3600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D56D28-E2F8-4C55-AF4C-2F2AA31E69F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pPr algn="ctr"/>
            <a:r>
              <a:rPr lang="pt-PT" dirty="0">
                <a:latin typeface="Algerian" panose="04020705040A02060702" pitchFamily="82" charset="0"/>
              </a:rPr>
              <a:t>MOLDES SIMPLES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E4E445D-E876-4032-A7B7-1FB315EB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466" y="2263675"/>
            <a:ext cx="6491067" cy="1988650"/>
          </a:xfrm>
        </p:spPr>
        <p:txBody>
          <a:bodyPr/>
          <a:lstStyle/>
          <a:p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@ Moldes Convencionais</a:t>
            </a:r>
          </a:p>
          <a:p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@ Moldes de Múltiplas Cavidades</a:t>
            </a:r>
          </a:p>
          <a:p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@ Moldes para peças redondas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BA75999-FF7D-4CD0-9F20-D6CE3148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B175E2E-404F-45D5-98D6-94352C51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453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C2B89-8327-4CD1-9082-E071844D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6000" b="1" dirty="0" err="1">
                <a:solidFill>
                  <a:srgbClr val="FF0000"/>
                </a:solidFill>
                <a:latin typeface="Agency FB" panose="020B0503020202020204" pitchFamily="34" charset="0"/>
              </a:rPr>
              <a:t>Laboratorio</a:t>
            </a:r>
            <a:r>
              <a:rPr lang="pt-PT" sz="6000" b="1" dirty="0">
                <a:solidFill>
                  <a:srgbClr val="FF0000"/>
                </a:solidFill>
                <a:latin typeface="Agency FB" panose="020B0503020202020204" pitchFamily="34" charset="0"/>
              </a:rPr>
              <a:t> de moldes especiais</a:t>
            </a:r>
          </a:p>
        </p:txBody>
      </p:sp>
      <p:graphicFrame>
        <p:nvGraphicFramePr>
          <p:cNvPr id="6" name="Marcador de Posição de Conteúdo 5">
            <a:extLst>
              <a:ext uri="{FF2B5EF4-FFF2-40B4-BE49-F238E27FC236}">
                <a16:creationId xmlns:a16="http://schemas.microsoft.com/office/drawing/2014/main" id="{F2D56D05-107B-4B62-B700-7C8EF8F79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9150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81584AE9-E484-422B-AD59-7F5FAEAB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96A938ED-28CE-46F0-AE62-ED7F37BE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328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CE100-9283-4883-9259-A333DC4B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7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Revista dos Moldes</a:t>
            </a:r>
            <a:endParaRPr lang="pt-PT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2B2561-644A-4FE5-BF32-D4CEBD30B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30" y="2423965"/>
            <a:ext cx="6552483" cy="28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2B5E4FB-6A06-4F31-9002-1B0A959CC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213" y="2423965"/>
            <a:ext cx="4129587" cy="2880000"/>
          </a:xfrm>
          <a:prstGeom prst="rect">
            <a:avLst/>
          </a:prstGeom>
        </p:spPr>
      </p:pic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E8137615-3B62-481D-A69F-A5FF4004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Projeto de Moldes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0B52687-B270-47F2-A235-81613A69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8805A-86B9-40EB-80D1-90646223AFCE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3731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144</Words>
  <Application>Microsoft Office PowerPoint</Application>
  <PresentationFormat>Ecrã Panorâmico</PresentationFormat>
  <Paragraphs>25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3" baseType="lpstr">
      <vt:lpstr>Agency FB</vt:lpstr>
      <vt:lpstr>Algerian</vt:lpstr>
      <vt:lpstr>Arial</vt:lpstr>
      <vt:lpstr>Arial Black</vt:lpstr>
      <vt:lpstr>Calibri</vt:lpstr>
      <vt:lpstr>Calibri Light</vt:lpstr>
      <vt:lpstr>Tahoma</vt:lpstr>
      <vt:lpstr>Tema do Office</vt:lpstr>
      <vt:lpstr>Apresentação do PowerPoint</vt:lpstr>
      <vt:lpstr>Produção de Moldes na região de Leiria</vt:lpstr>
      <vt:lpstr>MOLDES SIMPLES</vt:lpstr>
      <vt:lpstr>Laboratorio de moldes especiais</vt:lpstr>
      <vt:lpstr>Revista dos Moldes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Vìtor Hugo Rodrigues Antunes</dc:creator>
  <cp:lastModifiedBy>Vìtor Hugo Rodrigues Antunes</cp:lastModifiedBy>
  <cp:revision>8</cp:revision>
  <dcterms:created xsi:type="dcterms:W3CDTF">2019-11-18T21:15:36Z</dcterms:created>
  <dcterms:modified xsi:type="dcterms:W3CDTF">2019-11-18T22:12:36Z</dcterms:modified>
</cp:coreProperties>
</file>