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3" r:id="rId6"/>
    <p:sldId id="264" r:id="rId7"/>
    <p:sldId id="259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Quotas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C7E-4128-9662-52C2C496670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C7E-4128-9662-52C2C496670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AC7E-4128-9662-52C2C4966706}"/>
              </c:ext>
            </c:extLst>
          </c:dPt>
          <c:dLbls>
            <c:dLbl>
              <c:idx val="0"/>
              <c:layout>
                <c:manualLayout>
                  <c:x val="-1.9315066915507068E-2"/>
                  <c:y val="-0.36268652904873377"/>
                </c:manualLayout>
              </c:layout>
              <c:tx>
                <c:rich>
                  <a:bodyPr/>
                  <a:lstStyle/>
                  <a:p>
                    <a:fld id="{980A53BF-B21B-4CF7-96E4-87B1A702E952}" type="CATEGORYNAME">
                      <a:rPr lang="en-US" smtClean="0"/>
                      <a:pPr/>
                      <a:t>[NOME DA CATEGORIA]</a:t>
                    </a:fld>
                    <a:r>
                      <a:rPr lang="en-US" baseline="0" dirty="0"/>
                      <a:t> </a:t>
                    </a:r>
                    <a:fld id="{DF116E22-8F22-4586-980C-E72F9E170687}" type="PERCENTAGE">
                      <a:rPr lang="en-US" baseline="0" smtClean="0"/>
                      <a:pPr/>
                      <a:t>[PERCENTAGEM]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626333985525361"/>
                      <c:h val="9.513513513513513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C7E-4128-9662-52C2C4966706}"/>
                </c:ext>
              </c:extLst>
            </c:dLbl>
            <c:dLbl>
              <c:idx val="1"/>
              <c:layout>
                <c:manualLayout>
                  <c:x val="2.4074444457338334E-2"/>
                  <c:y val="0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361623E-78AD-4B9C-8BB2-2619902656A3}" type="CATEGORYNAME">
                      <a:rPr lang="en-US" smtClean="0"/>
                      <a:pPr>
                        <a:defRPr/>
                      </a:pPr>
                      <a:t>[NOME DA CATEGORIA]</a:t>
                    </a:fld>
                    <a:r>
                      <a:rPr lang="en-US" baseline="0" dirty="0"/>
                      <a:t> </a:t>
                    </a:r>
                    <a:fld id="{0749B695-092C-4BC3-9982-A9C6CEC335EF}" type="PERCENTAGE">
                      <a:rPr lang="en-US" baseline="0" smtClean="0"/>
                      <a:pPr>
                        <a:defRPr/>
                      </a:pPr>
                      <a:t>[PERCENTAGEM]</a:t>
                    </a:fld>
                    <a:endParaRPr lang="en-US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5253856411581994E-2"/>
                      <c:h val="6.1158301158301148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C7E-4128-9662-52C2C4966706}"/>
                </c:ext>
              </c:extLst>
            </c:dLbl>
            <c:dLbl>
              <c:idx val="2"/>
              <c:layout>
                <c:manualLayout>
                  <c:x val="2.1480632176841253E-2"/>
                  <c:y val="1.2160642081901924E-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B493C7E-2552-4FB7-BAEE-3A229BB85E0E}" type="CATEGORYNAME">
                      <a:rPr lang="en-US" smtClean="0"/>
                      <a:pPr>
                        <a:defRPr/>
                      </a:pPr>
                      <a:t>[NOME DA CATEGORIA]</a:t>
                    </a:fld>
                    <a:r>
                      <a:rPr lang="en-US" baseline="0" dirty="0"/>
                      <a:t> </a:t>
                    </a:r>
                    <a:fld id="{AFA38052-1C30-47AB-AA38-B47A652A6AEF}" type="PERCENTAGE">
                      <a:rPr lang="en-US" baseline="0" smtClean="0"/>
                      <a:pPr>
                        <a:defRPr/>
                      </a:pPr>
                      <a:t>[PERCENTAGEM]</a:t>
                    </a:fld>
                    <a:endParaRPr lang="en-US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5024800087574182E-2"/>
                      <c:h val="5.498069498069497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AC7E-4128-9662-52C2C49667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Folha1!$A$2:$A$4</c:f>
              <c:strCache>
                <c:ptCount val="3"/>
                <c:pt idx="0">
                  <c:v>Windows</c:v>
                </c:pt>
                <c:pt idx="1">
                  <c:v>Mac</c:v>
                </c:pt>
                <c:pt idx="2">
                  <c:v>Linux</c:v>
                </c:pt>
              </c:strCache>
            </c:strRef>
          </c:cat>
          <c:val>
            <c:numRef>
              <c:f>Folha1!$B$2:$B$4</c:f>
              <c:numCache>
                <c:formatCode>0.00%</c:formatCode>
                <c:ptCount val="3"/>
                <c:pt idx="0">
                  <c:v>0.91710000000000003</c:v>
                </c:pt>
                <c:pt idx="1">
                  <c:v>7.0800000000000002E-2</c:v>
                </c:pt>
                <c:pt idx="2">
                  <c:v>1.21E-2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7E-4128-9662-52C2C4966706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4701117012719673"/>
          <c:y val="0.38395847782628212"/>
          <c:w val="0.15298886313107296"/>
          <c:h val="0.221712731650674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E9BAB0-9410-42D0-B8D5-5C50487E339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t-PT"/>
        </a:p>
      </dgm:t>
    </dgm:pt>
    <dgm:pt modelId="{58368255-38F5-4BF5-8197-C565341F99D6}">
      <dgm:prSet phldrT="[Texto]"/>
      <dgm:spPr/>
      <dgm:t>
        <a:bodyPr/>
        <a:lstStyle/>
        <a:p>
          <a:r>
            <a:rPr lang="pt-PT" dirty="0"/>
            <a:t>Software</a:t>
          </a:r>
        </a:p>
      </dgm:t>
    </dgm:pt>
    <dgm:pt modelId="{A89A37E5-3EB3-4BC2-8D7B-62BD1C565330}" type="parTrans" cxnId="{CED8F19D-7E58-4B87-B6D7-54C88AEAB2B2}">
      <dgm:prSet/>
      <dgm:spPr/>
      <dgm:t>
        <a:bodyPr/>
        <a:lstStyle/>
        <a:p>
          <a:endParaRPr lang="pt-PT"/>
        </a:p>
      </dgm:t>
    </dgm:pt>
    <dgm:pt modelId="{0A9DA92E-CE3E-4C8F-A183-A41E90591541}" type="sibTrans" cxnId="{CED8F19D-7E58-4B87-B6D7-54C88AEAB2B2}">
      <dgm:prSet/>
      <dgm:spPr/>
      <dgm:t>
        <a:bodyPr/>
        <a:lstStyle/>
        <a:p>
          <a:endParaRPr lang="pt-PT"/>
        </a:p>
      </dgm:t>
    </dgm:pt>
    <dgm:pt modelId="{4F836B7D-3C1B-4EBC-9FE4-F88623EEDB7C}">
      <dgm:prSet phldrT="[Texto]"/>
      <dgm:spPr/>
      <dgm:t>
        <a:bodyPr/>
        <a:lstStyle/>
        <a:p>
          <a:r>
            <a:rPr lang="pt-PT" dirty="0"/>
            <a:t>Software de Sistema</a:t>
          </a:r>
        </a:p>
      </dgm:t>
    </dgm:pt>
    <dgm:pt modelId="{58B47D86-C25E-4507-8973-C1F2B229574C}" type="parTrans" cxnId="{C7E70F21-5854-4FDD-B13D-7B2E79CADF55}">
      <dgm:prSet/>
      <dgm:spPr/>
      <dgm:t>
        <a:bodyPr/>
        <a:lstStyle/>
        <a:p>
          <a:endParaRPr lang="pt-PT"/>
        </a:p>
      </dgm:t>
    </dgm:pt>
    <dgm:pt modelId="{CB117B2D-799F-4689-B599-70225BA0A810}" type="sibTrans" cxnId="{C7E70F21-5854-4FDD-B13D-7B2E79CADF55}">
      <dgm:prSet/>
      <dgm:spPr/>
      <dgm:t>
        <a:bodyPr/>
        <a:lstStyle/>
        <a:p>
          <a:endParaRPr lang="pt-PT"/>
        </a:p>
      </dgm:t>
    </dgm:pt>
    <dgm:pt modelId="{B3B6BBAF-42EA-45D9-9DAF-CE454EE42156}">
      <dgm:prSet phldrT="[Texto]"/>
      <dgm:spPr/>
      <dgm:t>
        <a:bodyPr/>
        <a:lstStyle/>
        <a:p>
          <a:r>
            <a:rPr lang="pt-PT" dirty="0"/>
            <a:t>Sistemas Operativos</a:t>
          </a:r>
        </a:p>
      </dgm:t>
    </dgm:pt>
    <dgm:pt modelId="{2610F4D7-B0A5-4DDB-B581-C9EBDE3B7F7E}" type="parTrans" cxnId="{F0094AB5-F145-4476-807D-4D7D2F1FECBD}">
      <dgm:prSet/>
      <dgm:spPr/>
      <dgm:t>
        <a:bodyPr/>
        <a:lstStyle/>
        <a:p>
          <a:endParaRPr lang="pt-PT"/>
        </a:p>
      </dgm:t>
    </dgm:pt>
    <dgm:pt modelId="{515A701A-D9EB-4C6E-B30B-E977D9950E6C}" type="sibTrans" cxnId="{F0094AB5-F145-4476-807D-4D7D2F1FECBD}">
      <dgm:prSet/>
      <dgm:spPr/>
      <dgm:t>
        <a:bodyPr/>
        <a:lstStyle/>
        <a:p>
          <a:endParaRPr lang="pt-PT"/>
        </a:p>
      </dgm:t>
    </dgm:pt>
    <dgm:pt modelId="{67C1C839-06A6-467A-A133-0A10130F0C90}">
      <dgm:prSet phldrT="[Texto]"/>
      <dgm:spPr/>
      <dgm:t>
        <a:bodyPr/>
        <a:lstStyle/>
        <a:p>
          <a:r>
            <a:rPr lang="pt-PT" dirty="0"/>
            <a:t>Controladores de dispositivos</a:t>
          </a:r>
        </a:p>
      </dgm:t>
    </dgm:pt>
    <dgm:pt modelId="{EABF4B4E-AFF5-4088-88A2-88C95447B3CC}" type="parTrans" cxnId="{1AD9807D-2CB2-4DE7-B8D9-F738A4F78FB4}">
      <dgm:prSet/>
      <dgm:spPr/>
      <dgm:t>
        <a:bodyPr/>
        <a:lstStyle/>
        <a:p>
          <a:endParaRPr lang="pt-PT"/>
        </a:p>
      </dgm:t>
    </dgm:pt>
    <dgm:pt modelId="{5B6732E6-19EA-41D4-B6D3-3CD7DCA2AE6F}" type="sibTrans" cxnId="{1AD9807D-2CB2-4DE7-B8D9-F738A4F78FB4}">
      <dgm:prSet/>
      <dgm:spPr/>
      <dgm:t>
        <a:bodyPr/>
        <a:lstStyle/>
        <a:p>
          <a:endParaRPr lang="pt-PT"/>
        </a:p>
      </dgm:t>
    </dgm:pt>
    <dgm:pt modelId="{8698BBC3-F1ED-4ECE-8030-DD364913E0A4}">
      <dgm:prSet phldrT="[Texto]"/>
      <dgm:spPr/>
      <dgm:t>
        <a:bodyPr/>
        <a:lstStyle/>
        <a:p>
          <a:r>
            <a:rPr lang="pt-PT" dirty="0"/>
            <a:t>Software de Aplicação</a:t>
          </a:r>
        </a:p>
      </dgm:t>
    </dgm:pt>
    <dgm:pt modelId="{39224EA3-7D44-4E48-964E-D9531DA03BD1}" type="parTrans" cxnId="{DFCD0473-DC65-4F6E-A0D9-F321FD3F21D0}">
      <dgm:prSet/>
      <dgm:spPr/>
      <dgm:t>
        <a:bodyPr/>
        <a:lstStyle/>
        <a:p>
          <a:endParaRPr lang="pt-PT"/>
        </a:p>
      </dgm:t>
    </dgm:pt>
    <dgm:pt modelId="{6B50D441-5E9B-40B2-A451-420CC64CDF96}" type="sibTrans" cxnId="{DFCD0473-DC65-4F6E-A0D9-F321FD3F21D0}">
      <dgm:prSet/>
      <dgm:spPr/>
      <dgm:t>
        <a:bodyPr/>
        <a:lstStyle/>
        <a:p>
          <a:endParaRPr lang="pt-PT"/>
        </a:p>
      </dgm:t>
    </dgm:pt>
    <dgm:pt modelId="{2495DA33-BEF4-402A-AB8D-04EE861C167F}">
      <dgm:prSet phldrT="[Texto]"/>
      <dgm:spPr/>
      <dgm:t>
        <a:bodyPr/>
        <a:lstStyle/>
        <a:p>
          <a:r>
            <a:rPr lang="pt-PT" dirty="0"/>
            <a:t>Base de dados</a:t>
          </a:r>
        </a:p>
      </dgm:t>
    </dgm:pt>
    <dgm:pt modelId="{30D418CA-D8D9-4B81-913D-CE7577571BB1}" type="parTrans" cxnId="{61D25C0A-E6BF-4DBC-B758-70096D6DF57F}">
      <dgm:prSet/>
      <dgm:spPr/>
      <dgm:t>
        <a:bodyPr/>
        <a:lstStyle/>
        <a:p>
          <a:endParaRPr lang="pt-PT"/>
        </a:p>
      </dgm:t>
    </dgm:pt>
    <dgm:pt modelId="{1D9B83DF-0522-4B87-A75E-B69A733814EE}" type="sibTrans" cxnId="{61D25C0A-E6BF-4DBC-B758-70096D6DF57F}">
      <dgm:prSet/>
      <dgm:spPr/>
      <dgm:t>
        <a:bodyPr/>
        <a:lstStyle/>
        <a:p>
          <a:endParaRPr lang="pt-PT"/>
        </a:p>
      </dgm:t>
    </dgm:pt>
    <dgm:pt modelId="{2FC09E8B-1514-44D3-869C-1F989CDFA29E}">
      <dgm:prSet phldrT="[Texto]"/>
      <dgm:spPr/>
      <dgm:t>
        <a:bodyPr/>
        <a:lstStyle/>
        <a:p>
          <a:r>
            <a:rPr lang="pt-PT" dirty="0"/>
            <a:t>Software de Programação</a:t>
          </a:r>
        </a:p>
      </dgm:t>
    </dgm:pt>
    <dgm:pt modelId="{5E613ED4-0A5E-41C6-83BB-29EB2383692B}" type="parTrans" cxnId="{D15FF56D-1648-4948-9636-389EDEE3F330}">
      <dgm:prSet/>
      <dgm:spPr/>
      <dgm:t>
        <a:bodyPr/>
        <a:lstStyle/>
        <a:p>
          <a:endParaRPr lang="pt-PT"/>
        </a:p>
      </dgm:t>
    </dgm:pt>
    <dgm:pt modelId="{568BA23D-B5D3-46E6-A708-0F37F66261FD}" type="sibTrans" cxnId="{D15FF56D-1648-4948-9636-389EDEE3F330}">
      <dgm:prSet/>
      <dgm:spPr/>
      <dgm:t>
        <a:bodyPr/>
        <a:lstStyle/>
        <a:p>
          <a:endParaRPr lang="pt-PT"/>
        </a:p>
      </dgm:t>
    </dgm:pt>
    <dgm:pt modelId="{A9129B42-82DA-4D88-B387-34021D147DD2}">
      <dgm:prSet phldrT="[Texto]"/>
      <dgm:spPr/>
      <dgm:t>
        <a:bodyPr/>
        <a:lstStyle/>
        <a:p>
          <a:r>
            <a:rPr lang="pt-PT" dirty="0"/>
            <a:t>Processador de Texto</a:t>
          </a:r>
        </a:p>
      </dgm:t>
    </dgm:pt>
    <dgm:pt modelId="{A9BED36E-E439-4A92-8E80-4B08889D223F}" type="parTrans" cxnId="{298C8629-6AB7-418F-A857-A54C8A02C840}">
      <dgm:prSet/>
      <dgm:spPr/>
      <dgm:t>
        <a:bodyPr/>
        <a:lstStyle/>
        <a:p>
          <a:endParaRPr lang="pt-PT"/>
        </a:p>
      </dgm:t>
    </dgm:pt>
    <dgm:pt modelId="{089EA899-6DCF-41BA-9A1F-488BFA7A8C7B}" type="sibTrans" cxnId="{298C8629-6AB7-418F-A857-A54C8A02C840}">
      <dgm:prSet/>
      <dgm:spPr/>
      <dgm:t>
        <a:bodyPr/>
        <a:lstStyle/>
        <a:p>
          <a:endParaRPr lang="pt-PT"/>
        </a:p>
      </dgm:t>
    </dgm:pt>
    <dgm:pt modelId="{1F1374C1-F1C6-4DC4-88DD-DA1C175F5429}">
      <dgm:prSet phldrT="[Texto]"/>
      <dgm:spPr/>
      <dgm:t>
        <a:bodyPr/>
        <a:lstStyle/>
        <a:p>
          <a:r>
            <a:rPr lang="pt-PT" dirty="0"/>
            <a:t>Folha de Cálculo</a:t>
          </a:r>
        </a:p>
      </dgm:t>
    </dgm:pt>
    <dgm:pt modelId="{42AD31D4-8513-40EE-8103-C718C52CF63F}" type="parTrans" cxnId="{DD9B7ED3-E7F6-4344-8456-0478DE93AE4F}">
      <dgm:prSet/>
      <dgm:spPr/>
      <dgm:t>
        <a:bodyPr/>
        <a:lstStyle/>
        <a:p>
          <a:endParaRPr lang="pt-PT"/>
        </a:p>
      </dgm:t>
    </dgm:pt>
    <dgm:pt modelId="{38BDFF73-25E6-4174-A4DD-A197E8F638D5}" type="sibTrans" cxnId="{DD9B7ED3-E7F6-4344-8456-0478DE93AE4F}">
      <dgm:prSet/>
      <dgm:spPr/>
      <dgm:t>
        <a:bodyPr/>
        <a:lstStyle/>
        <a:p>
          <a:endParaRPr lang="pt-PT"/>
        </a:p>
      </dgm:t>
    </dgm:pt>
    <dgm:pt modelId="{9A45EC06-DD95-423A-8928-E070AC20F3DF}">
      <dgm:prSet phldrT="[Texto]"/>
      <dgm:spPr/>
      <dgm:t>
        <a:bodyPr/>
        <a:lstStyle/>
        <a:p>
          <a:r>
            <a:rPr lang="pt-PT" dirty="0"/>
            <a:t>Jogos</a:t>
          </a:r>
        </a:p>
      </dgm:t>
    </dgm:pt>
    <dgm:pt modelId="{140F3245-39A0-403D-93CA-F4ED726F90ED}" type="parTrans" cxnId="{65861A30-ACC3-4F73-8780-A30C54036D59}">
      <dgm:prSet/>
      <dgm:spPr/>
      <dgm:t>
        <a:bodyPr/>
        <a:lstStyle/>
        <a:p>
          <a:endParaRPr lang="pt-PT"/>
        </a:p>
      </dgm:t>
    </dgm:pt>
    <dgm:pt modelId="{D443B87B-2914-48DB-ABF3-DFE2CD74A404}" type="sibTrans" cxnId="{65861A30-ACC3-4F73-8780-A30C54036D59}">
      <dgm:prSet/>
      <dgm:spPr/>
      <dgm:t>
        <a:bodyPr/>
        <a:lstStyle/>
        <a:p>
          <a:endParaRPr lang="pt-PT"/>
        </a:p>
      </dgm:t>
    </dgm:pt>
    <dgm:pt modelId="{0F3F54AE-C39C-4D76-8F74-432D60E8EE3D}" type="pres">
      <dgm:prSet presAssocID="{F1E9BAB0-9410-42D0-B8D5-5C50487E339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9AB548F-D035-43C9-A053-89F5C42DD7B8}" type="pres">
      <dgm:prSet presAssocID="{58368255-38F5-4BF5-8197-C565341F99D6}" presName="root1" presStyleCnt="0"/>
      <dgm:spPr/>
    </dgm:pt>
    <dgm:pt modelId="{928E7AFE-F088-480F-8685-5F7505D45AD3}" type="pres">
      <dgm:prSet presAssocID="{58368255-38F5-4BF5-8197-C565341F99D6}" presName="LevelOneTextNode" presStyleLbl="node0" presStyleIdx="0" presStyleCnt="1">
        <dgm:presLayoutVars>
          <dgm:chPref val="3"/>
        </dgm:presLayoutVars>
      </dgm:prSet>
      <dgm:spPr/>
    </dgm:pt>
    <dgm:pt modelId="{231172DB-B114-48A4-9196-0277DE4BEBEC}" type="pres">
      <dgm:prSet presAssocID="{58368255-38F5-4BF5-8197-C565341F99D6}" presName="level2hierChild" presStyleCnt="0"/>
      <dgm:spPr/>
    </dgm:pt>
    <dgm:pt modelId="{2D1674D1-4463-4B2B-B70A-FDF19411CCE9}" type="pres">
      <dgm:prSet presAssocID="{58B47D86-C25E-4507-8973-C1F2B229574C}" presName="conn2-1" presStyleLbl="parChTrans1D2" presStyleIdx="0" presStyleCnt="3"/>
      <dgm:spPr/>
    </dgm:pt>
    <dgm:pt modelId="{4AAFB7EE-5B4F-4161-888A-3D21FCB92DA8}" type="pres">
      <dgm:prSet presAssocID="{58B47D86-C25E-4507-8973-C1F2B229574C}" presName="connTx" presStyleLbl="parChTrans1D2" presStyleIdx="0" presStyleCnt="3"/>
      <dgm:spPr/>
    </dgm:pt>
    <dgm:pt modelId="{8A37434E-A157-4E27-A446-2ABD48497D91}" type="pres">
      <dgm:prSet presAssocID="{4F836B7D-3C1B-4EBC-9FE4-F88623EEDB7C}" presName="root2" presStyleCnt="0"/>
      <dgm:spPr/>
    </dgm:pt>
    <dgm:pt modelId="{C289B5FA-2934-4256-B332-EB19A9E9EFE9}" type="pres">
      <dgm:prSet presAssocID="{4F836B7D-3C1B-4EBC-9FE4-F88623EEDB7C}" presName="LevelTwoTextNode" presStyleLbl="node2" presStyleIdx="0" presStyleCnt="3">
        <dgm:presLayoutVars>
          <dgm:chPref val="3"/>
        </dgm:presLayoutVars>
      </dgm:prSet>
      <dgm:spPr/>
    </dgm:pt>
    <dgm:pt modelId="{B0369AC1-D49A-4AC3-AC12-7317EE00748E}" type="pres">
      <dgm:prSet presAssocID="{4F836B7D-3C1B-4EBC-9FE4-F88623EEDB7C}" presName="level3hierChild" presStyleCnt="0"/>
      <dgm:spPr/>
    </dgm:pt>
    <dgm:pt modelId="{3C35B8DD-87AD-4EFD-A034-53AC588FB62C}" type="pres">
      <dgm:prSet presAssocID="{2610F4D7-B0A5-4DDB-B581-C9EBDE3B7F7E}" presName="conn2-1" presStyleLbl="parChTrans1D3" presStyleIdx="0" presStyleCnt="6"/>
      <dgm:spPr/>
    </dgm:pt>
    <dgm:pt modelId="{E75CCF9F-1B24-4B94-B1DE-7D3B1F59696D}" type="pres">
      <dgm:prSet presAssocID="{2610F4D7-B0A5-4DDB-B581-C9EBDE3B7F7E}" presName="connTx" presStyleLbl="parChTrans1D3" presStyleIdx="0" presStyleCnt="6"/>
      <dgm:spPr/>
    </dgm:pt>
    <dgm:pt modelId="{1045BBCA-4280-4F64-A885-E7D8FE999C3B}" type="pres">
      <dgm:prSet presAssocID="{B3B6BBAF-42EA-45D9-9DAF-CE454EE42156}" presName="root2" presStyleCnt="0"/>
      <dgm:spPr/>
    </dgm:pt>
    <dgm:pt modelId="{936C5650-BE2C-403E-A21B-3E7C9ADC4A90}" type="pres">
      <dgm:prSet presAssocID="{B3B6BBAF-42EA-45D9-9DAF-CE454EE42156}" presName="LevelTwoTextNode" presStyleLbl="node3" presStyleIdx="0" presStyleCnt="6">
        <dgm:presLayoutVars>
          <dgm:chPref val="3"/>
        </dgm:presLayoutVars>
      </dgm:prSet>
      <dgm:spPr/>
    </dgm:pt>
    <dgm:pt modelId="{3A9001B4-2E1C-4075-A1FC-75A56099454C}" type="pres">
      <dgm:prSet presAssocID="{B3B6BBAF-42EA-45D9-9DAF-CE454EE42156}" presName="level3hierChild" presStyleCnt="0"/>
      <dgm:spPr/>
    </dgm:pt>
    <dgm:pt modelId="{451D19DF-1FA7-416E-9D78-889F17B386A8}" type="pres">
      <dgm:prSet presAssocID="{EABF4B4E-AFF5-4088-88A2-88C95447B3CC}" presName="conn2-1" presStyleLbl="parChTrans1D3" presStyleIdx="1" presStyleCnt="6"/>
      <dgm:spPr/>
    </dgm:pt>
    <dgm:pt modelId="{92B2450B-F54C-40B5-B444-8BB779F13375}" type="pres">
      <dgm:prSet presAssocID="{EABF4B4E-AFF5-4088-88A2-88C95447B3CC}" presName="connTx" presStyleLbl="parChTrans1D3" presStyleIdx="1" presStyleCnt="6"/>
      <dgm:spPr/>
    </dgm:pt>
    <dgm:pt modelId="{B55858F3-A02F-4FD1-9730-7241927D722E}" type="pres">
      <dgm:prSet presAssocID="{67C1C839-06A6-467A-A133-0A10130F0C90}" presName="root2" presStyleCnt="0"/>
      <dgm:spPr/>
    </dgm:pt>
    <dgm:pt modelId="{C3A120E6-A513-484C-AAE7-3EA52D56A58B}" type="pres">
      <dgm:prSet presAssocID="{67C1C839-06A6-467A-A133-0A10130F0C90}" presName="LevelTwoTextNode" presStyleLbl="node3" presStyleIdx="1" presStyleCnt="6">
        <dgm:presLayoutVars>
          <dgm:chPref val="3"/>
        </dgm:presLayoutVars>
      </dgm:prSet>
      <dgm:spPr/>
    </dgm:pt>
    <dgm:pt modelId="{93D777CB-E6B2-42F9-96DE-A86E3768A7C4}" type="pres">
      <dgm:prSet presAssocID="{67C1C839-06A6-467A-A133-0A10130F0C90}" presName="level3hierChild" presStyleCnt="0"/>
      <dgm:spPr/>
    </dgm:pt>
    <dgm:pt modelId="{F2EF31EC-A5C1-4F94-B27C-0AEC90775FE4}" type="pres">
      <dgm:prSet presAssocID="{5E613ED4-0A5E-41C6-83BB-29EB2383692B}" presName="conn2-1" presStyleLbl="parChTrans1D2" presStyleIdx="1" presStyleCnt="3"/>
      <dgm:spPr/>
    </dgm:pt>
    <dgm:pt modelId="{F237953B-764C-4D12-AB78-A176F8373054}" type="pres">
      <dgm:prSet presAssocID="{5E613ED4-0A5E-41C6-83BB-29EB2383692B}" presName="connTx" presStyleLbl="parChTrans1D2" presStyleIdx="1" presStyleCnt="3"/>
      <dgm:spPr/>
    </dgm:pt>
    <dgm:pt modelId="{D346AD41-22F1-4A5E-A5C3-E8134287C595}" type="pres">
      <dgm:prSet presAssocID="{2FC09E8B-1514-44D3-869C-1F989CDFA29E}" presName="root2" presStyleCnt="0"/>
      <dgm:spPr/>
    </dgm:pt>
    <dgm:pt modelId="{D17E3FC2-879E-4DAE-BE7C-657B65D43456}" type="pres">
      <dgm:prSet presAssocID="{2FC09E8B-1514-44D3-869C-1F989CDFA29E}" presName="LevelTwoTextNode" presStyleLbl="node2" presStyleIdx="1" presStyleCnt="3">
        <dgm:presLayoutVars>
          <dgm:chPref val="3"/>
        </dgm:presLayoutVars>
      </dgm:prSet>
      <dgm:spPr/>
    </dgm:pt>
    <dgm:pt modelId="{6460A123-9CBB-403A-9D7A-67221F2FA861}" type="pres">
      <dgm:prSet presAssocID="{2FC09E8B-1514-44D3-869C-1F989CDFA29E}" presName="level3hierChild" presStyleCnt="0"/>
      <dgm:spPr/>
    </dgm:pt>
    <dgm:pt modelId="{4D241854-7201-423D-9711-309FCAF42BB3}" type="pres">
      <dgm:prSet presAssocID="{39224EA3-7D44-4E48-964E-D9531DA03BD1}" presName="conn2-1" presStyleLbl="parChTrans1D2" presStyleIdx="2" presStyleCnt="3"/>
      <dgm:spPr/>
    </dgm:pt>
    <dgm:pt modelId="{88663988-7020-4A25-BE1D-55B50D775ED9}" type="pres">
      <dgm:prSet presAssocID="{39224EA3-7D44-4E48-964E-D9531DA03BD1}" presName="connTx" presStyleLbl="parChTrans1D2" presStyleIdx="2" presStyleCnt="3"/>
      <dgm:spPr/>
    </dgm:pt>
    <dgm:pt modelId="{58B41A7C-5E05-49B8-81D8-E3DD8C3EB631}" type="pres">
      <dgm:prSet presAssocID="{8698BBC3-F1ED-4ECE-8030-DD364913E0A4}" presName="root2" presStyleCnt="0"/>
      <dgm:spPr/>
    </dgm:pt>
    <dgm:pt modelId="{905F65F8-1251-4256-963C-BA27CA55FE6B}" type="pres">
      <dgm:prSet presAssocID="{8698BBC3-F1ED-4ECE-8030-DD364913E0A4}" presName="LevelTwoTextNode" presStyleLbl="node2" presStyleIdx="2" presStyleCnt="3">
        <dgm:presLayoutVars>
          <dgm:chPref val="3"/>
        </dgm:presLayoutVars>
      </dgm:prSet>
      <dgm:spPr/>
    </dgm:pt>
    <dgm:pt modelId="{EC38B402-C69D-49DA-919F-EAB1B4D906C3}" type="pres">
      <dgm:prSet presAssocID="{8698BBC3-F1ED-4ECE-8030-DD364913E0A4}" presName="level3hierChild" presStyleCnt="0"/>
      <dgm:spPr/>
    </dgm:pt>
    <dgm:pt modelId="{4FFB7D5A-32DB-43E4-8B9A-7BB27E293E0E}" type="pres">
      <dgm:prSet presAssocID="{30D418CA-D8D9-4B81-913D-CE7577571BB1}" presName="conn2-1" presStyleLbl="parChTrans1D3" presStyleIdx="2" presStyleCnt="6"/>
      <dgm:spPr/>
    </dgm:pt>
    <dgm:pt modelId="{45C282B0-105D-4AF0-985C-2E426EC4182E}" type="pres">
      <dgm:prSet presAssocID="{30D418CA-D8D9-4B81-913D-CE7577571BB1}" presName="connTx" presStyleLbl="parChTrans1D3" presStyleIdx="2" presStyleCnt="6"/>
      <dgm:spPr/>
    </dgm:pt>
    <dgm:pt modelId="{035475DF-4690-4F4A-B82B-4DB14F48DF93}" type="pres">
      <dgm:prSet presAssocID="{2495DA33-BEF4-402A-AB8D-04EE861C167F}" presName="root2" presStyleCnt="0"/>
      <dgm:spPr/>
    </dgm:pt>
    <dgm:pt modelId="{DC018CE6-605D-4FAE-A11C-6183925130AD}" type="pres">
      <dgm:prSet presAssocID="{2495DA33-BEF4-402A-AB8D-04EE861C167F}" presName="LevelTwoTextNode" presStyleLbl="node3" presStyleIdx="2" presStyleCnt="6">
        <dgm:presLayoutVars>
          <dgm:chPref val="3"/>
        </dgm:presLayoutVars>
      </dgm:prSet>
      <dgm:spPr/>
    </dgm:pt>
    <dgm:pt modelId="{EB9E80DB-9806-40A1-A8BE-E4FD27042C32}" type="pres">
      <dgm:prSet presAssocID="{2495DA33-BEF4-402A-AB8D-04EE861C167F}" presName="level3hierChild" presStyleCnt="0"/>
      <dgm:spPr/>
    </dgm:pt>
    <dgm:pt modelId="{D8C29E38-A685-487B-B207-F4FF9EE6EBF9}" type="pres">
      <dgm:prSet presAssocID="{A9BED36E-E439-4A92-8E80-4B08889D223F}" presName="conn2-1" presStyleLbl="parChTrans1D3" presStyleIdx="3" presStyleCnt="6"/>
      <dgm:spPr/>
    </dgm:pt>
    <dgm:pt modelId="{76471726-6D07-485F-880E-685600E46023}" type="pres">
      <dgm:prSet presAssocID="{A9BED36E-E439-4A92-8E80-4B08889D223F}" presName="connTx" presStyleLbl="parChTrans1D3" presStyleIdx="3" presStyleCnt="6"/>
      <dgm:spPr/>
    </dgm:pt>
    <dgm:pt modelId="{F8BF5348-98BF-4E5E-B94D-F52D7D1ECD54}" type="pres">
      <dgm:prSet presAssocID="{A9129B42-82DA-4D88-B387-34021D147DD2}" presName="root2" presStyleCnt="0"/>
      <dgm:spPr/>
    </dgm:pt>
    <dgm:pt modelId="{1B428F34-5692-44F2-9D89-D952D66236EB}" type="pres">
      <dgm:prSet presAssocID="{A9129B42-82DA-4D88-B387-34021D147DD2}" presName="LevelTwoTextNode" presStyleLbl="node3" presStyleIdx="3" presStyleCnt="6">
        <dgm:presLayoutVars>
          <dgm:chPref val="3"/>
        </dgm:presLayoutVars>
      </dgm:prSet>
      <dgm:spPr/>
    </dgm:pt>
    <dgm:pt modelId="{1D6567F9-32AB-4465-AB3F-E95211397ABE}" type="pres">
      <dgm:prSet presAssocID="{A9129B42-82DA-4D88-B387-34021D147DD2}" presName="level3hierChild" presStyleCnt="0"/>
      <dgm:spPr/>
    </dgm:pt>
    <dgm:pt modelId="{7BE851F0-0A79-4C83-8ED1-8AA075D5BD84}" type="pres">
      <dgm:prSet presAssocID="{42AD31D4-8513-40EE-8103-C718C52CF63F}" presName="conn2-1" presStyleLbl="parChTrans1D3" presStyleIdx="4" presStyleCnt="6"/>
      <dgm:spPr/>
    </dgm:pt>
    <dgm:pt modelId="{BA3EFE1D-C57B-4A1F-B57E-457292EC8B1B}" type="pres">
      <dgm:prSet presAssocID="{42AD31D4-8513-40EE-8103-C718C52CF63F}" presName="connTx" presStyleLbl="parChTrans1D3" presStyleIdx="4" presStyleCnt="6"/>
      <dgm:spPr/>
    </dgm:pt>
    <dgm:pt modelId="{A35F2426-0BBB-4599-8B30-3BFC157E32F5}" type="pres">
      <dgm:prSet presAssocID="{1F1374C1-F1C6-4DC4-88DD-DA1C175F5429}" presName="root2" presStyleCnt="0"/>
      <dgm:spPr/>
    </dgm:pt>
    <dgm:pt modelId="{5EF0A478-B430-4AC6-8317-7DC75F639A65}" type="pres">
      <dgm:prSet presAssocID="{1F1374C1-F1C6-4DC4-88DD-DA1C175F5429}" presName="LevelTwoTextNode" presStyleLbl="node3" presStyleIdx="4" presStyleCnt="6">
        <dgm:presLayoutVars>
          <dgm:chPref val="3"/>
        </dgm:presLayoutVars>
      </dgm:prSet>
      <dgm:spPr/>
    </dgm:pt>
    <dgm:pt modelId="{9A612232-B994-4113-9007-37E7627BE32A}" type="pres">
      <dgm:prSet presAssocID="{1F1374C1-F1C6-4DC4-88DD-DA1C175F5429}" presName="level3hierChild" presStyleCnt="0"/>
      <dgm:spPr/>
    </dgm:pt>
    <dgm:pt modelId="{5FC4AD71-D089-45B9-A15D-055CF511A41D}" type="pres">
      <dgm:prSet presAssocID="{140F3245-39A0-403D-93CA-F4ED726F90ED}" presName="conn2-1" presStyleLbl="parChTrans1D3" presStyleIdx="5" presStyleCnt="6"/>
      <dgm:spPr/>
    </dgm:pt>
    <dgm:pt modelId="{A6DF4320-F952-4EC6-99C8-9867864A0DA1}" type="pres">
      <dgm:prSet presAssocID="{140F3245-39A0-403D-93CA-F4ED726F90ED}" presName="connTx" presStyleLbl="parChTrans1D3" presStyleIdx="5" presStyleCnt="6"/>
      <dgm:spPr/>
    </dgm:pt>
    <dgm:pt modelId="{ABBAA55F-8D68-4C89-B9E9-067BBDA58321}" type="pres">
      <dgm:prSet presAssocID="{9A45EC06-DD95-423A-8928-E070AC20F3DF}" presName="root2" presStyleCnt="0"/>
      <dgm:spPr/>
    </dgm:pt>
    <dgm:pt modelId="{F28468FD-6550-40E3-898E-BFB3624A81CC}" type="pres">
      <dgm:prSet presAssocID="{9A45EC06-DD95-423A-8928-E070AC20F3DF}" presName="LevelTwoTextNode" presStyleLbl="node3" presStyleIdx="5" presStyleCnt="6">
        <dgm:presLayoutVars>
          <dgm:chPref val="3"/>
        </dgm:presLayoutVars>
      </dgm:prSet>
      <dgm:spPr/>
    </dgm:pt>
    <dgm:pt modelId="{07FE1C3D-1DBC-4B5C-80F4-927BBD467C45}" type="pres">
      <dgm:prSet presAssocID="{9A45EC06-DD95-423A-8928-E070AC20F3DF}" presName="level3hierChild" presStyleCnt="0"/>
      <dgm:spPr/>
    </dgm:pt>
  </dgm:ptLst>
  <dgm:cxnLst>
    <dgm:cxn modelId="{61D25C0A-E6BF-4DBC-B758-70096D6DF57F}" srcId="{8698BBC3-F1ED-4ECE-8030-DD364913E0A4}" destId="{2495DA33-BEF4-402A-AB8D-04EE861C167F}" srcOrd="0" destOrd="0" parTransId="{30D418CA-D8D9-4B81-913D-CE7577571BB1}" sibTransId="{1D9B83DF-0522-4B87-A75E-B69A733814EE}"/>
    <dgm:cxn modelId="{BDD8F70B-2132-436F-A978-52D1960879BF}" type="presOf" srcId="{58B47D86-C25E-4507-8973-C1F2B229574C}" destId="{4AAFB7EE-5B4F-4161-888A-3D21FCB92DA8}" srcOrd="1" destOrd="0" presId="urn:microsoft.com/office/officeart/2005/8/layout/hierarchy2"/>
    <dgm:cxn modelId="{8ED80D0C-81C2-4A08-AB65-D9C163BED8F7}" type="presOf" srcId="{2495DA33-BEF4-402A-AB8D-04EE861C167F}" destId="{DC018CE6-605D-4FAE-A11C-6183925130AD}" srcOrd="0" destOrd="0" presId="urn:microsoft.com/office/officeart/2005/8/layout/hierarchy2"/>
    <dgm:cxn modelId="{E64CB50D-30A8-4AF5-9F24-997357D21B4F}" type="presOf" srcId="{30D418CA-D8D9-4B81-913D-CE7577571BB1}" destId="{45C282B0-105D-4AF0-985C-2E426EC4182E}" srcOrd="1" destOrd="0" presId="urn:microsoft.com/office/officeart/2005/8/layout/hierarchy2"/>
    <dgm:cxn modelId="{6155C911-CC6C-40AB-AF4C-D1F85256505A}" type="presOf" srcId="{39224EA3-7D44-4E48-964E-D9531DA03BD1}" destId="{4D241854-7201-423D-9711-309FCAF42BB3}" srcOrd="0" destOrd="0" presId="urn:microsoft.com/office/officeart/2005/8/layout/hierarchy2"/>
    <dgm:cxn modelId="{C7E70F21-5854-4FDD-B13D-7B2E79CADF55}" srcId="{58368255-38F5-4BF5-8197-C565341F99D6}" destId="{4F836B7D-3C1B-4EBC-9FE4-F88623EEDB7C}" srcOrd="0" destOrd="0" parTransId="{58B47D86-C25E-4507-8973-C1F2B229574C}" sibTransId="{CB117B2D-799F-4689-B599-70225BA0A810}"/>
    <dgm:cxn modelId="{59273F24-98C7-41FB-AE04-2812E4378115}" type="presOf" srcId="{A9BED36E-E439-4A92-8E80-4B08889D223F}" destId="{D8C29E38-A685-487B-B207-F4FF9EE6EBF9}" srcOrd="0" destOrd="0" presId="urn:microsoft.com/office/officeart/2005/8/layout/hierarchy2"/>
    <dgm:cxn modelId="{327ED126-E938-469F-9490-351ACE769680}" type="presOf" srcId="{4F836B7D-3C1B-4EBC-9FE4-F88623EEDB7C}" destId="{C289B5FA-2934-4256-B332-EB19A9E9EFE9}" srcOrd="0" destOrd="0" presId="urn:microsoft.com/office/officeart/2005/8/layout/hierarchy2"/>
    <dgm:cxn modelId="{298C8629-6AB7-418F-A857-A54C8A02C840}" srcId="{8698BBC3-F1ED-4ECE-8030-DD364913E0A4}" destId="{A9129B42-82DA-4D88-B387-34021D147DD2}" srcOrd="1" destOrd="0" parTransId="{A9BED36E-E439-4A92-8E80-4B08889D223F}" sibTransId="{089EA899-6DCF-41BA-9A1F-488BFA7A8C7B}"/>
    <dgm:cxn modelId="{2D0F8829-6CD5-487F-953D-385E80A91E01}" type="presOf" srcId="{EABF4B4E-AFF5-4088-88A2-88C95447B3CC}" destId="{451D19DF-1FA7-416E-9D78-889F17B386A8}" srcOrd="0" destOrd="0" presId="urn:microsoft.com/office/officeart/2005/8/layout/hierarchy2"/>
    <dgm:cxn modelId="{BC11F129-9069-4AEE-A7EA-80FF018E2341}" type="presOf" srcId="{5E613ED4-0A5E-41C6-83BB-29EB2383692B}" destId="{F237953B-764C-4D12-AB78-A176F8373054}" srcOrd="1" destOrd="0" presId="urn:microsoft.com/office/officeart/2005/8/layout/hierarchy2"/>
    <dgm:cxn modelId="{D023852F-1E4F-46E4-8777-6C9590440333}" type="presOf" srcId="{B3B6BBAF-42EA-45D9-9DAF-CE454EE42156}" destId="{936C5650-BE2C-403E-A21B-3E7C9ADC4A90}" srcOrd="0" destOrd="0" presId="urn:microsoft.com/office/officeart/2005/8/layout/hierarchy2"/>
    <dgm:cxn modelId="{65861A30-ACC3-4F73-8780-A30C54036D59}" srcId="{8698BBC3-F1ED-4ECE-8030-DD364913E0A4}" destId="{9A45EC06-DD95-423A-8928-E070AC20F3DF}" srcOrd="3" destOrd="0" parTransId="{140F3245-39A0-403D-93CA-F4ED726F90ED}" sibTransId="{D443B87B-2914-48DB-ABF3-DFE2CD74A404}"/>
    <dgm:cxn modelId="{416B1C61-1501-4C69-A19C-F3F74334F705}" type="presOf" srcId="{30D418CA-D8D9-4B81-913D-CE7577571BB1}" destId="{4FFB7D5A-32DB-43E4-8B9A-7BB27E293E0E}" srcOrd="0" destOrd="0" presId="urn:microsoft.com/office/officeart/2005/8/layout/hierarchy2"/>
    <dgm:cxn modelId="{B681C661-FE6D-4D2D-8C03-4774BEC4325B}" type="presOf" srcId="{140F3245-39A0-403D-93CA-F4ED726F90ED}" destId="{A6DF4320-F952-4EC6-99C8-9867864A0DA1}" srcOrd="1" destOrd="0" presId="urn:microsoft.com/office/officeart/2005/8/layout/hierarchy2"/>
    <dgm:cxn modelId="{6D840242-3267-4B1E-BF8B-879AEC1F789E}" type="presOf" srcId="{A9129B42-82DA-4D88-B387-34021D147DD2}" destId="{1B428F34-5692-44F2-9D89-D952D66236EB}" srcOrd="0" destOrd="0" presId="urn:microsoft.com/office/officeart/2005/8/layout/hierarchy2"/>
    <dgm:cxn modelId="{F76B9A49-58AB-4D26-B491-9E6BF6C3F564}" type="presOf" srcId="{9A45EC06-DD95-423A-8928-E070AC20F3DF}" destId="{F28468FD-6550-40E3-898E-BFB3624A81CC}" srcOrd="0" destOrd="0" presId="urn:microsoft.com/office/officeart/2005/8/layout/hierarchy2"/>
    <dgm:cxn modelId="{03F5616C-6756-444E-A46A-E76633247F38}" type="presOf" srcId="{42AD31D4-8513-40EE-8103-C718C52CF63F}" destId="{BA3EFE1D-C57B-4A1F-B57E-457292EC8B1B}" srcOrd="1" destOrd="0" presId="urn:microsoft.com/office/officeart/2005/8/layout/hierarchy2"/>
    <dgm:cxn modelId="{D15FF56D-1648-4948-9636-389EDEE3F330}" srcId="{58368255-38F5-4BF5-8197-C565341F99D6}" destId="{2FC09E8B-1514-44D3-869C-1F989CDFA29E}" srcOrd="1" destOrd="0" parTransId="{5E613ED4-0A5E-41C6-83BB-29EB2383692B}" sibTransId="{568BA23D-B5D3-46E6-A708-0F37F66261FD}"/>
    <dgm:cxn modelId="{C79AF56E-D2C6-41BA-8C05-532CC4ED0B86}" type="presOf" srcId="{F1E9BAB0-9410-42D0-B8D5-5C50487E339E}" destId="{0F3F54AE-C39C-4D76-8F74-432D60E8EE3D}" srcOrd="0" destOrd="0" presId="urn:microsoft.com/office/officeart/2005/8/layout/hierarchy2"/>
    <dgm:cxn modelId="{DFCD0473-DC65-4F6E-A0D9-F321FD3F21D0}" srcId="{58368255-38F5-4BF5-8197-C565341F99D6}" destId="{8698BBC3-F1ED-4ECE-8030-DD364913E0A4}" srcOrd="2" destOrd="0" parTransId="{39224EA3-7D44-4E48-964E-D9531DA03BD1}" sibTransId="{6B50D441-5E9B-40B2-A451-420CC64CDF96}"/>
    <dgm:cxn modelId="{7A5CAF73-8750-4505-8315-221D43DDFE9D}" type="presOf" srcId="{39224EA3-7D44-4E48-964E-D9531DA03BD1}" destId="{88663988-7020-4A25-BE1D-55B50D775ED9}" srcOrd="1" destOrd="0" presId="urn:microsoft.com/office/officeart/2005/8/layout/hierarchy2"/>
    <dgm:cxn modelId="{E962FA78-0789-4D7B-8DB0-634136903369}" type="presOf" srcId="{58368255-38F5-4BF5-8197-C565341F99D6}" destId="{928E7AFE-F088-480F-8685-5F7505D45AD3}" srcOrd="0" destOrd="0" presId="urn:microsoft.com/office/officeart/2005/8/layout/hierarchy2"/>
    <dgm:cxn modelId="{1AD9807D-2CB2-4DE7-B8D9-F738A4F78FB4}" srcId="{4F836B7D-3C1B-4EBC-9FE4-F88623EEDB7C}" destId="{67C1C839-06A6-467A-A133-0A10130F0C90}" srcOrd="1" destOrd="0" parTransId="{EABF4B4E-AFF5-4088-88A2-88C95447B3CC}" sibTransId="{5B6732E6-19EA-41D4-B6D3-3CD7DCA2AE6F}"/>
    <dgm:cxn modelId="{165A678B-F415-4584-A741-B7DC69BBBE97}" type="presOf" srcId="{EABF4B4E-AFF5-4088-88A2-88C95447B3CC}" destId="{92B2450B-F54C-40B5-B444-8BB779F13375}" srcOrd="1" destOrd="0" presId="urn:microsoft.com/office/officeart/2005/8/layout/hierarchy2"/>
    <dgm:cxn modelId="{37F96197-EFDB-4CD0-9933-201DD1F27A6F}" type="presOf" srcId="{42AD31D4-8513-40EE-8103-C718C52CF63F}" destId="{7BE851F0-0A79-4C83-8ED1-8AA075D5BD84}" srcOrd="0" destOrd="0" presId="urn:microsoft.com/office/officeart/2005/8/layout/hierarchy2"/>
    <dgm:cxn modelId="{CED8F19D-7E58-4B87-B6D7-54C88AEAB2B2}" srcId="{F1E9BAB0-9410-42D0-B8D5-5C50487E339E}" destId="{58368255-38F5-4BF5-8197-C565341F99D6}" srcOrd="0" destOrd="0" parTransId="{A89A37E5-3EB3-4BC2-8D7B-62BD1C565330}" sibTransId="{0A9DA92E-CE3E-4C8F-A183-A41E90591541}"/>
    <dgm:cxn modelId="{EBA92FB4-DEE6-4044-A8F6-6D0F63018052}" type="presOf" srcId="{140F3245-39A0-403D-93CA-F4ED726F90ED}" destId="{5FC4AD71-D089-45B9-A15D-055CF511A41D}" srcOrd="0" destOrd="0" presId="urn:microsoft.com/office/officeart/2005/8/layout/hierarchy2"/>
    <dgm:cxn modelId="{5285A2B4-801F-4B59-BB70-1ED2D22EEFEA}" type="presOf" srcId="{2610F4D7-B0A5-4DDB-B581-C9EBDE3B7F7E}" destId="{E75CCF9F-1B24-4B94-B1DE-7D3B1F59696D}" srcOrd="1" destOrd="0" presId="urn:microsoft.com/office/officeart/2005/8/layout/hierarchy2"/>
    <dgm:cxn modelId="{F0094AB5-F145-4476-807D-4D7D2F1FECBD}" srcId="{4F836B7D-3C1B-4EBC-9FE4-F88623EEDB7C}" destId="{B3B6BBAF-42EA-45D9-9DAF-CE454EE42156}" srcOrd="0" destOrd="0" parTransId="{2610F4D7-B0A5-4DDB-B581-C9EBDE3B7F7E}" sibTransId="{515A701A-D9EB-4C6E-B30B-E977D9950E6C}"/>
    <dgm:cxn modelId="{CFEC8DC7-6ACB-4D4E-8466-4D87DFE07719}" type="presOf" srcId="{2610F4D7-B0A5-4DDB-B581-C9EBDE3B7F7E}" destId="{3C35B8DD-87AD-4EFD-A034-53AC588FB62C}" srcOrd="0" destOrd="0" presId="urn:microsoft.com/office/officeart/2005/8/layout/hierarchy2"/>
    <dgm:cxn modelId="{074BA4CF-EF68-474E-A874-8ED939633FF5}" type="presOf" srcId="{67C1C839-06A6-467A-A133-0A10130F0C90}" destId="{C3A120E6-A513-484C-AAE7-3EA52D56A58B}" srcOrd="0" destOrd="0" presId="urn:microsoft.com/office/officeart/2005/8/layout/hierarchy2"/>
    <dgm:cxn modelId="{DD9B7ED3-E7F6-4344-8456-0478DE93AE4F}" srcId="{8698BBC3-F1ED-4ECE-8030-DD364913E0A4}" destId="{1F1374C1-F1C6-4DC4-88DD-DA1C175F5429}" srcOrd="2" destOrd="0" parTransId="{42AD31D4-8513-40EE-8103-C718C52CF63F}" sibTransId="{38BDFF73-25E6-4174-A4DD-A197E8F638D5}"/>
    <dgm:cxn modelId="{FB11BAD9-0BE7-4A53-A51B-77FEE5DD483D}" type="presOf" srcId="{2FC09E8B-1514-44D3-869C-1F989CDFA29E}" destId="{D17E3FC2-879E-4DAE-BE7C-657B65D43456}" srcOrd="0" destOrd="0" presId="urn:microsoft.com/office/officeart/2005/8/layout/hierarchy2"/>
    <dgm:cxn modelId="{D48DF9E4-94F1-48AB-BE16-6E778A6ADBC0}" type="presOf" srcId="{58B47D86-C25E-4507-8973-C1F2B229574C}" destId="{2D1674D1-4463-4B2B-B70A-FDF19411CCE9}" srcOrd="0" destOrd="0" presId="urn:microsoft.com/office/officeart/2005/8/layout/hierarchy2"/>
    <dgm:cxn modelId="{B2BF95EE-D350-4F2B-9E43-4E6317CA7B86}" type="presOf" srcId="{8698BBC3-F1ED-4ECE-8030-DD364913E0A4}" destId="{905F65F8-1251-4256-963C-BA27CA55FE6B}" srcOrd="0" destOrd="0" presId="urn:microsoft.com/office/officeart/2005/8/layout/hierarchy2"/>
    <dgm:cxn modelId="{BD50B9FC-C35F-4138-A68E-7BA8EA4DFDD6}" type="presOf" srcId="{1F1374C1-F1C6-4DC4-88DD-DA1C175F5429}" destId="{5EF0A478-B430-4AC6-8317-7DC75F639A65}" srcOrd="0" destOrd="0" presId="urn:microsoft.com/office/officeart/2005/8/layout/hierarchy2"/>
    <dgm:cxn modelId="{4998CAFD-AF3D-459D-BB40-B6BB02FAD9EB}" type="presOf" srcId="{A9BED36E-E439-4A92-8E80-4B08889D223F}" destId="{76471726-6D07-485F-880E-685600E46023}" srcOrd="1" destOrd="0" presId="urn:microsoft.com/office/officeart/2005/8/layout/hierarchy2"/>
    <dgm:cxn modelId="{5DB7D9FF-8A45-4EF4-808C-D67407084215}" type="presOf" srcId="{5E613ED4-0A5E-41C6-83BB-29EB2383692B}" destId="{F2EF31EC-A5C1-4F94-B27C-0AEC90775FE4}" srcOrd="0" destOrd="0" presId="urn:microsoft.com/office/officeart/2005/8/layout/hierarchy2"/>
    <dgm:cxn modelId="{4DD706FC-55F4-416D-A4F0-F30838BACFEC}" type="presParOf" srcId="{0F3F54AE-C39C-4D76-8F74-432D60E8EE3D}" destId="{19AB548F-D035-43C9-A053-89F5C42DD7B8}" srcOrd="0" destOrd="0" presId="urn:microsoft.com/office/officeart/2005/8/layout/hierarchy2"/>
    <dgm:cxn modelId="{F8CA68AA-5E73-4177-946F-0C91E907D2F4}" type="presParOf" srcId="{19AB548F-D035-43C9-A053-89F5C42DD7B8}" destId="{928E7AFE-F088-480F-8685-5F7505D45AD3}" srcOrd="0" destOrd="0" presId="urn:microsoft.com/office/officeart/2005/8/layout/hierarchy2"/>
    <dgm:cxn modelId="{3D212B04-E464-4BD2-B7BF-05CD5021E0C7}" type="presParOf" srcId="{19AB548F-D035-43C9-A053-89F5C42DD7B8}" destId="{231172DB-B114-48A4-9196-0277DE4BEBEC}" srcOrd="1" destOrd="0" presId="urn:microsoft.com/office/officeart/2005/8/layout/hierarchy2"/>
    <dgm:cxn modelId="{A62C4344-4891-4C17-81DD-EE6C7E61E112}" type="presParOf" srcId="{231172DB-B114-48A4-9196-0277DE4BEBEC}" destId="{2D1674D1-4463-4B2B-B70A-FDF19411CCE9}" srcOrd="0" destOrd="0" presId="urn:microsoft.com/office/officeart/2005/8/layout/hierarchy2"/>
    <dgm:cxn modelId="{E89D63E1-5388-4899-8E1B-2317F8AB37FD}" type="presParOf" srcId="{2D1674D1-4463-4B2B-B70A-FDF19411CCE9}" destId="{4AAFB7EE-5B4F-4161-888A-3D21FCB92DA8}" srcOrd="0" destOrd="0" presId="urn:microsoft.com/office/officeart/2005/8/layout/hierarchy2"/>
    <dgm:cxn modelId="{251786D5-D221-4055-A0EF-5BE7E164C8D0}" type="presParOf" srcId="{231172DB-B114-48A4-9196-0277DE4BEBEC}" destId="{8A37434E-A157-4E27-A446-2ABD48497D91}" srcOrd="1" destOrd="0" presId="urn:microsoft.com/office/officeart/2005/8/layout/hierarchy2"/>
    <dgm:cxn modelId="{5BD49FE0-2EB8-4C72-B9B9-2F61114C0570}" type="presParOf" srcId="{8A37434E-A157-4E27-A446-2ABD48497D91}" destId="{C289B5FA-2934-4256-B332-EB19A9E9EFE9}" srcOrd="0" destOrd="0" presId="urn:microsoft.com/office/officeart/2005/8/layout/hierarchy2"/>
    <dgm:cxn modelId="{5F657E65-4917-4B3D-A10B-D1CAFAC34B39}" type="presParOf" srcId="{8A37434E-A157-4E27-A446-2ABD48497D91}" destId="{B0369AC1-D49A-4AC3-AC12-7317EE00748E}" srcOrd="1" destOrd="0" presId="urn:microsoft.com/office/officeart/2005/8/layout/hierarchy2"/>
    <dgm:cxn modelId="{5120D36D-551C-48F4-99A8-611DC51A2AAC}" type="presParOf" srcId="{B0369AC1-D49A-4AC3-AC12-7317EE00748E}" destId="{3C35B8DD-87AD-4EFD-A034-53AC588FB62C}" srcOrd="0" destOrd="0" presId="urn:microsoft.com/office/officeart/2005/8/layout/hierarchy2"/>
    <dgm:cxn modelId="{F5EEBAF8-9843-4A89-B300-3CB38974D17F}" type="presParOf" srcId="{3C35B8DD-87AD-4EFD-A034-53AC588FB62C}" destId="{E75CCF9F-1B24-4B94-B1DE-7D3B1F59696D}" srcOrd="0" destOrd="0" presId="urn:microsoft.com/office/officeart/2005/8/layout/hierarchy2"/>
    <dgm:cxn modelId="{A178A56C-B1CC-484D-B6B2-FD3EFD181209}" type="presParOf" srcId="{B0369AC1-D49A-4AC3-AC12-7317EE00748E}" destId="{1045BBCA-4280-4F64-A885-E7D8FE999C3B}" srcOrd="1" destOrd="0" presId="urn:microsoft.com/office/officeart/2005/8/layout/hierarchy2"/>
    <dgm:cxn modelId="{484C7D16-BA16-488B-B003-551C4CD8921E}" type="presParOf" srcId="{1045BBCA-4280-4F64-A885-E7D8FE999C3B}" destId="{936C5650-BE2C-403E-A21B-3E7C9ADC4A90}" srcOrd="0" destOrd="0" presId="urn:microsoft.com/office/officeart/2005/8/layout/hierarchy2"/>
    <dgm:cxn modelId="{0C9CF94A-6EE8-4E17-8FD6-5B0A122D5E42}" type="presParOf" srcId="{1045BBCA-4280-4F64-A885-E7D8FE999C3B}" destId="{3A9001B4-2E1C-4075-A1FC-75A56099454C}" srcOrd="1" destOrd="0" presId="urn:microsoft.com/office/officeart/2005/8/layout/hierarchy2"/>
    <dgm:cxn modelId="{1037B88D-0FB7-42DF-9CDF-CAD3B3890CF6}" type="presParOf" srcId="{B0369AC1-D49A-4AC3-AC12-7317EE00748E}" destId="{451D19DF-1FA7-416E-9D78-889F17B386A8}" srcOrd="2" destOrd="0" presId="urn:microsoft.com/office/officeart/2005/8/layout/hierarchy2"/>
    <dgm:cxn modelId="{0B34E18A-D332-4D9E-83A5-9AC331F128BC}" type="presParOf" srcId="{451D19DF-1FA7-416E-9D78-889F17B386A8}" destId="{92B2450B-F54C-40B5-B444-8BB779F13375}" srcOrd="0" destOrd="0" presId="urn:microsoft.com/office/officeart/2005/8/layout/hierarchy2"/>
    <dgm:cxn modelId="{AEDAA6FD-04C3-4AC0-BD8A-145F61E6CB29}" type="presParOf" srcId="{B0369AC1-D49A-4AC3-AC12-7317EE00748E}" destId="{B55858F3-A02F-4FD1-9730-7241927D722E}" srcOrd="3" destOrd="0" presId="urn:microsoft.com/office/officeart/2005/8/layout/hierarchy2"/>
    <dgm:cxn modelId="{5FF329ED-1AC4-48A0-A758-5DAB35695156}" type="presParOf" srcId="{B55858F3-A02F-4FD1-9730-7241927D722E}" destId="{C3A120E6-A513-484C-AAE7-3EA52D56A58B}" srcOrd="0" destOrd="0" presId="urn:microsoft.com/office/officeart/2005/8/layout/hierarchy2"/>
    <dgm:cxn modelId="{7BD7E68B-86B8-4CF0-B04D-C0050182D4EC}" type="presParOf" srcId="{B55858F3-A02F-4FD1-9730-7241927D722E}" destId="{93D777CB-E6B2-42F9-96DE-A86E3768A7C4}" srcOrd="1" destOrd="0" presId="urn:microsoft.com/office/officeart/2005/8/layout/hierarchy2"/>
    <dgm:cxn modelId="{0EAC8D3C-6664-44FD-9EB5-73984C6C7E3B}" type="presParOf" srcId="{231172DB-B114-48A4-9196-0277DE4BEBEC}" destId="{F2EF31EC-A5C1-4F94-B27C-0AEC90775FE4}" srcOrd="2" destOrd="0" presId="urn:microsoft.com/office/officeart/2005/8/layout/hierarchy2"/>
    <dgm:cxn modelId="{6F2402B3-1189-4446-9825-CF3E88216951}" type="presParOf" srcId="{F2EF31EC-A5C1-4F94-B27C-0AEC90775FE4}" destId="{F237953B-764C-4D12-AB78-A176F8373054}" srcOrd="0" destOrd="0" presId="urn:microsoft.com/office/officeart/2005/8/layout/hierarchy2"/>
    <dgm:cxn modelId="{E5D93E00-47EF-44FB-9D38-A1211F32FFA5}" type="presParOf" srcId="{231172DB-B114-48A4-9196-0277DE4BEBEC}" destId="{D346AD41-22F1-4A5E-A5C3-E8134287C595}" srcOrd="3" destOrd="0" presId="urn:microsoft.com/office/officeart/2005/8/layout/hierarchy2"/>
    <dgm:cxn modelId="{695F2CD3-CA2E-44F2-A1CF-D0EB50D741F8}" type="presParOf" srcId="{D346AD41-22F1-4A5E-A5C3-E8134287C595}" destId="{D17E3FC2-879E-4DAE-BE7C-657B65D43456}" srcOrd="0" destOrd="0" presId="urn:microsoft.com/office/officeart/2005/8/layout/hierarchy2"/>
    <dgm:cxn modelId="{61A47D7C-2C43-4650-90AA-64B2B41662E7}" type="presParOf" srcId="{D346AD41-22F1-4A5E-A5C3-E8134287C595}" destId="{6460A123-9CBB-403A-9D7A-67221F2FA861}" srcOrd="1" destOrd="0" presId="urn:microsoft.com/office/officeart/2005/8/layout/hierarchy2"/>
    <dgm:cxn modelId="{A6750229-302C-4982-9FE0-695D3AC6424D}" type="presParOf" srcId="{231172DB-B114-48A4-9196-0277DE4BEBEC}" destId="{4D241854-7201-423D-9711-309FCAF42BB3}" srcOrd="4" destOrd="0" presId="urn:microsoft.com/office/officeart/2005/8/layout/hierarchy2"/>
    <dgm:cxn modelId="{CE4C4F61-BD8B-43D1-A8C9-3F9A7A8552F3}" type="presParOf" srcId="{4D241854-7201-423D-9711-309FCAF42BB3}" destId="{88663988-7020-4A25-BE1D-55B50D775ED9}" srcOrd="0" destOrd="0" presId="urn:microsoft.com/office/officeart/2005/8/layout/hierarchy2"/>
    <dgm:cxn modelId="{67FACC38-D830-437C-BA02-51ACC32133E5}" type="presParOf" srcId="{231172DB-B114-48A4-9196-0277DE4BEBEC}" destId="{58B41A7C-5E05-49B8-81D8-E3DD8C3EB631}" srcOrd="5" destOrd="0" presId="urn:microsoft.com/office/officeart/2005/8/layout/hierarchy2"/>
    <dgm:cxn modelId="{7F371BC5-EF0D-4350-9658-E6C086503114}" type="presParOf" srcId="{58B41A7C-5E05-49B8-81D8-E3DD8C3EB631}" destId="{905F65F8-1251-4256-963C-BA27CA55FE6B}" srcOrd="0" destOrd="0" presId="urn:microsoft.com/office/officeart/2005/8/layout/hierarchy2"/>
    <dgm:cxn modelId="{B7B49B2B-8A27-4F09-94F7-4728F31EB202}" type="presParOf" srcId="{58B41A7C-5E05-49B8-81D8-E3DD8C3EB631}" destId="{EC38B402-C69D-49DA-919F-EAB1B4D906C3}" srcOrd="1" destOrd="0" presId="urn:microsoft.com/office/officeart/2005/8/layout/hierarchy2"/>
    <dgm:cxn modelId="{A4321DEB-E6E7-41F7-88CE-2F1D89A46932}" type="presParOf" srcId="{EC38B402-C69D-49DA-919F-EAB1B4D906C3}" destId="{4FFB7D5A-32DB-43E4-8B9A-7BB27E293E0E}" srcOrd="0" destOrd="0" presId="urn:microsoft.com/office/officeart/2005/8/layout/hierarchy2"/>
    <dgm:cxn modelId="{809A0810-7A5F-4841-B622-2B80C7851B34}" type="presParOf" srcId="{4FFB7D5A-32DB-43E4-8B9A-7BB27E293E0E}" destId="{45C282B0-105D-4AF0-985C-2E426EC4182E}" srcOrd="0" destOrd="0" presId="urn:microsoft.com/office/officeart/2005/8/layout/hierarchy2"/>
    <dgm:cxn modelId="{7980B930-7946-4DB8-A609-41CEBA897431}" type="presParOf" srcId="{EC38B402-C69D-49DA-919F-EAB1B4D906C3}" destId="{035475DF-4690-4F4A-B82B-4DB14F48DF93}" srcOrd="1" destOrd="0" presId="urn:microsoft.com/office/officeart/2005/8/layout/hierarchy2"/>
    <dgm:cxn modelId="{6313C043-8CDF-4B79-BE79-7ADD4C5F461C}" type="presParOf" srcId="{035475DF-4690-4F4A-B82B-4DB14F48DF93}" destId="{DC018CE6-605D-4FAE-A11C-6183925130AD}" srcOrd="0" destOrd="0" presId="urn:microsoft.com/office/officeart/2005/8/layout/hierarchy2"/>
    <dgm:cxn modelId="{B86DE4E2-0A3C-46B9-8896-64501A965FDB}" type="presParOf" srcId="{035475DF-4690-4F4A-B82B-4DB14F48DF93}" destId="{EB9E80DB-9806-40A1-A8BE-E4FD27042C32}" srcOrd="1" destOrd="0" presId="urn:microsoft.com/office/officeart/2005/8/layout/hierarchy2"/>
    <dgm:cxn modelId="{C865864A-5AAD-4989-8489-B7DA94BA8302}" type="presParOf" srcId="{EC38B402-C69D-49DA-919F-EAB1B4D906C3}" destId="{D8C29E38-A685-487B-B207-F4FF9EE6EBF9}" srcOrd="2" destOrd="0" presId="urn:microsoft.com/office/officeart/2005/8/layout/hierarchy2"/>
    <dgm:cxn modelId="{37073D8E-8F95-443E-ADA8-053095996CF1}" type="presParOf" srcId="{D8C29E38-A685-487B-B207-F4FF9EE6EBF9}" destId="{76471726-6D07-485F-880E-685600E46023}" srcOrd="0" destOrd="0" presId="urn:microsoft.com/office/officeart/2005/8/layout/hierarchy2"/>
    <dgm:cxn modelId="{6162DCC6-4DF0-4D14-8BF6-D8427C13765A}" type="presParOf" srcId="{EC38B402-C69D-49DA-919F-EAB1B4D906C3}" destId="{F8BF5348-98BF-4E5E-B94D-F52D7D1ECD54}" srcOrd="3" destOrd="0" presId="urn:microsoft.com/office/officeart/2005/8/layout/hierarchy2"/>
    <dgm:cxn modelId="{2A4FA52B-A66F-467F-A409-E10FDEE2AD5A}" type="presParOf" srcId="{F8BF5348-98BF-4E5E-B94D-F52D7D1ECD54}" destId="{1B428F34-5692-44F2-9D89-D952D66236EB}" srcOrd="0" destOrd="0" presId="urn:microsoft.com/office/officeart/2005/8/layout/hierarchy2"/>
    <dgm:cxn modelId="{6E3556A2-E6B1-4B83-B834-28C3B55909B3}" type="presParOf" srcId="{F8BF5348-98BF-4E5E-B94D-F52D7D1ECD54}" destId="{1D6567F9-32AB-4465-AB3F-E95211397ABE}" srcOrd="1" destOrd="0" presId="urn:microsoft.com/office/officeart/2005/8/layout/hierarchy2"/>
    <dgm:cxn modelId="{E4D30017-29D9-4502-A360-047B37ACFB0F}" type="presParOf" srcId="{EC38B402-C69D-49DA-919F-EAB1B4D906C3}" destId="{7BE851F0-0A79-4C83-8ED1-8AA075D5BD84}" srcOrd="4" destOrd="0" presId="urn:microsoft.com/office/officeart/2005/8/layout/hierarchy2"/>
    <dgm:cxn modelId="{74BF2C08-8428-4D92-9E99-25BE11EFD36A}" type="presParOf" srcId="{7BE851F0-0A79-4C83-8ED1-8AA075D5BD84}" destId="{BA3EFE1D-C57B-4A1F-B57E-457292EC8B1B}" srcOrd="0" destOrd="0" presId="urn:microsoft.com/office/officeart/2005/8/layout/hierarchy2"/>
    <dgm:cxn modelId="{F647562D-37AB-4EFA-88FE-514D8857DD26}" type="presParOf" srcId="{EC38B402-C69D-49DA-919F-EAB1B4D906C3}" destId="{A35F2426-0BBB-4599-8B30-3BFC157E32F5}" srcOrd="5" destOrd="0" presId="urn:microsoft.com/office/officeart/2005/8/layout/hierarchy2"/>
    <dgm:cxn modelId="{C896613D-F540-44B8-B37B-C4B3EAF1EF8A}" type="presParOf" srcId="{A35F2426-0BBB-4599-8B30-3BFC157E32F5}" destId="{5EF0A478-B430-4AC6-8317-7DC75F639A65}" srcOrd="0" destOrd="0" presId="urn:microsoft.com/office/officeart/2005/8/layout/hierarchy2"/>
    <dgm:cxn modelId="{827B55A8-59F0-4B46-A04F-26C2625CFFDC}" type="presParOf" srcId="{A35F2426-0BBB-4599-8B30-3BFC157E32F5}" destId="{9A612232-B994-4113-9007-37E7627BE32A}" srcOrd="1" destOrd="0" presId="urn:microsoft.com/office/officeart/2005/8/layout/hierarchy2"/>
    <dgm:cxn modelId="{2785723A-D701-4F67-89C0-5B0D74B3FA62}" type="presParOf" srcId="{EC38B402-C69D-49DA-919F-EAB1B4D906C3}" destId="{5FC4AD71-D089-45B9-A15D-055CF511A41D}" srcOrd="6" destOrd="0" presId="urn:microsoft.com/office/officeart/2005/8/layout/hierarchy2"/>
    <dgm:cxn modelId="{920D611A-E216-4800-9E56-B5E71921F94A}" type="presParOf" srcId="{5FC4AD71-D089-45B9-A15D-055CF511A41D}" destId="{A6DF4320-F952-4EC6-99C8-9867864A0DA1}" srcOrd="0" destOrd="0" presId="urn:microsoft.com/office/officeart/2005/8/layout/hierarchy2"/>
    <dgm:cxn modelId="{BF3A82A7-1851-4960-B639-892F9B33412A}" type="presParOf" srcId="{EC38B402-C69D-49DA-919F-EAB1B4D906C3}" destId="{ABBAA55F-8D68-4C89-B9E9-067BBDA58321}" srcOrd="7" destOrd="0" presId="urn:microsoft.com/office/officeart/2005/8/layout/hierarchy2"/>
    <dgm:cxn modelId="{B3C93FED-49F4-4B88-B109-71B033FA2ADA}" type="presParOf" srcId="{ABBAA55F-8D68-4C89-B9E9-067BBDA58321}" destId="{F28468FD-6550-40E3-898E-BFB3624A81CC}" srcOrd="0" destOrd="0" presId="urn:microsoft.com/office/officeart/2005/8/layout/hierarchy2"/>
    <dgm:cxn modelId="{4D5AA8E8-A719-4F10-9F60-BBAD8E0AF4B5}" type="presParOf" srcId="{ABBAA55F-8D68-4C89-B9E9-067BBDA58321}" destId="{07FE1C3D-1DBC-4B5C-80F4-927BBD467C4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E7AFE-F088-480F-8685-5F7505D45AD3}">
      <dsp:nvSpPr>
        <dsp:cNvPr id="0" name=""/>
        <dsp:cNvSpPr/>
      </dsp:nvSpPr>
      <dsp:spPr>
        <a:xfrm>
          <a:off x="2115984" y="1323393"/>
          <a:ext cx="1148511" cy="5742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Software</a:t>
          </a:r>
        </a:p>
      </dsp:txBody>
      <dsp:txXfrm>
        <a:off x="2132803" y="1340212"/>
        <a:ext cx="1114873" cy="540617"/>
      </dsp:txXfrm>
    </dsp:sp>
    <dsp:sp modelId="{2D1674D1-4463-4B2B-B70A-FDF19411CCE9}">
      <dsp:nvSpPr>
        <dsp:cNvPr id="0" name=""/>
        <dsp:cNvSpPr/>
      </dsp:nvSpPr>
      <dsp:spPr>
        <a:xfrm rot="17692822">
          <a:off x="2948230" y="1101910"/>
          <a:ext cx="109193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91935" y="13315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466899" y="1087927"/>
        <a:ext cx="54596" cy="54596"/>
      </dsp:txXfrm>
    </dsp:sp>
    <dsp:sp modelId="{C289B5FA-2934-4256-B332-EB19A9E9EFE9}">
      <dsp:nvSpPr>
        <dsp:cNvPr id="0" name=""/>
        <dsp:cNvSpPr/>
      </dsp:nvSpPr>
      <dsp:spPr>
        <a:xfrm>
          <a:off x="3723900" y="332802"/>
          <a:ext cx="1148511" cy="5742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Software de Sistema</a:t>
          </a:r>
        </a:p>
      </dsp:txBody>
      <dsp:txXfrm>
        <a:off x="3740719" y="349621"/>
        <a:ext cx="1114873" cy="540617"/>
      </dsp:txXfrm>
    </dsp:sp>
    <dsp:sp modelId="{3C35B8DD-87AD-4EFD-A034-53AC588FB62C}">
      <dsp:nvSpPr>
        <dsp:cNvPr id="0" name=""/>
        <dsp:cNvSpPr/>
      </dsp:nvSpPr>
      <dsp:spPr>
        <a:xfrm rot="19457599">
          <a:off x="4819234" y="441516"/>
          <a:ext cx="56575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65758" y="13315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87969" y="440688"/>
        <a:ext cx="28287" cy="28287"/>
      </dsp:txXfrm>
    </dsp:sp>
    <dsp:sp modelId="{936C5650-BE2C-403E-A21B-3E7C9ADC4A90}">
      <dsp:nvSpPr>
        <dsp:cNvPr id="0" name=""/>
        <dsp:cNvSpPr/>
      </dsp:nvSpPr>
      <dsp:spPr>
        <a:xfrm>
          <a:off x="5331816" y="2605"/>
          <a:ext cx="1148511" cy="574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Sistemas Operativos</a:t>
          </a:r>
        </a:p>
      </dsp:txBody>
      <dsp:txXfrm>
        <a:off x="5348635" y="19424"/>
        <a:ext cx="1114873" cy="540617"/>
      </dsp:txXfrm>
    </dsp:sp>
    <dsp:sp modelId="{451D19DF-1FA7-416E-9D78-889F17B386A8}">
      <dsp:nvSpPr>
        <dsp:cNvPr id="0" name=""/>
        <dsp:cNvSpPr/>
      </dsp:nvSpPr>
      <dsp:spPr>
        <a:xfrm rot="2142401">
          <a:off x="4819234" y="771713"/>
          <a:ext cx="56575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65758" y="13315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87969" y="770885"/>
        <a:ext cx="28287" cy="28287"/>
      </dsp:txXfrm>
    </dsp:sp>
    <dsp:sp modelId="{C3A120E6-A513-484C-AAE7-3EA52D56A58B}">
      <dsp:nvSpPr>
        <dsp:cNvPr id="0" name=""/>
        <dsp:cNvSpPr/>
      </dsp:nvSpPr>
      <dsp:spPr>
        <a:xfrm>
          <a:off x="5331816" y="662999"/>
          <a:ext cx="1148511" cy="574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Controladores de dispositivos</a:t>
          </a:r>
        </a:p>
      </dsp:txBody>
      <dsp:txXfrm>
        <a:off x="5348635" y="679818"/>
        <a:ext cx="1114873" cy="540617"/>
      </dsp:txXfrm>
    </dsp:sp>
    <dsp:sp modelId="{F2EF31EC-A5C1-4F94-B27C-0AEC90775FE4}">
      <dsp:nvSpPr>
        <dsp:cNvPr id="0" name=""/>
        <dsp:cNvSpPr/>
      </dsp:nvSpPr>
      <dsp:spPr>
        <a:xfrm rot="19457599">
          <a:off x="3211319" y="1432107"/>
          <a:ext cx="56575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65758" y="13315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480054" y="1431279"/>
        <a:ext cx="28287" cy="28287"/>
      </dsp:txXfrm>
    </dsp:sp>
    <dsp:sp modelId="{D17E3FC2-879E-4DAE-BE7C-657B65D43456}">
      <dsp:nvSpPr>
        <dsp:cNvPr id="0" name=""/>
        <dsp:cNvSpPr/>
      </dsp:nvSpPr>
      <dsp:spPr>
        <a:xfrm>
          <a:off x="3723900" y="993196"/>
          <a:ext cx="1148511" cy="5742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Software de Programação</a:t>
          </a:r>
        </a:p>
      </dsp:txBody>
      <dsp:txXfrm>
        <a:off x="3740719" y="1010015"/>
        <a:ext cx="1114873" cy="540617"/>
      </dsp:txXfrm>
    </dsp:sp>
    <dsp:sp modelId="{4D241854-7201-423D-9711-309FCAF42BB3}">
      <dsp:nvSpPr>
        <dsp:cNvPr id="0" name=""/>
        <dsp:cNvSpPr/>
      </dsp:nvSpPr>
      <dsp:spPr>
        <a:xfrm rot="3907178">
          <a:off x="2948230" y="2092501"/>
          <a:ext cx="109193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91935" y="13315"/>
              </a:lnTo>
            </a:path>
          </a:pathLst>
        </a:custGeom>
        <a:noFill/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3466899" y="2078518"/>
        <a:ext cx="54596" cy="54596"/>
      </dsp:txXfrm>
    </dsp:sp>
    <dsp:sp modelId="{905F65F8-1251-4256-963C-BA27CA55FE6B}">
      <dsp:nvSpPr>
        <dsp:cNvPr id="0" name=""/>
        <dsp:cNvSpPr/>
      </dsp:nvSpPr>
      <dsp:spPr>
        <a:xfrm>
          <a:off x="3723900" y="2313984"/>
          <a:ext cx="1148511" cy="5742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Software de Aplicação</a:t>
          </a:r>
        </a:p>
      </dsp:txBody>
      <dsp:txXfrm>
        <a:off x="3740719" y="2330803"/>
        <a:ext cx="1114873" cy="540617"/>
      </dsp:txXfrm>
    </dsp:sp>
    <dsp:sp modelId="{4FFB7D5A-32DB-43E4-8B9A-7BB27E293E0E}">
      <dsp:nvSpPr>
        <dsp:cNvPr id="0" name=""/>
        <dsp:cNvSpPr/>
      </dsp:nvSpPr>
      <dsp:spPr>
        <a:xfrm rot="17692822">
          <a:off x="4556146" y="2092501"/>
          <a:ext cx="109193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91935" y="13315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74815" y="2078518"/>
        <a:ext cx="54596" cy="54596"/>
      </dsp:txXfrm>
    </dsp:sp>
    <dsp:sp modelId="{DC018CE6-605D-4FAE-A11C-6183925130AD}">
      <dsp:nvSpPr>
        <dsp:cNvPr id="0" name=""/>
        <dsp:cNvSpPr/>
      </dsp:nvSpPr>
      <dsp:spPr>
        <a:xfrm>
          <a:off x="5331816" y="1323393"/>
          <a:ext cx="1148511" cy="574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Base de dados</a:t>
          </a:r>
        </a:p>
      </dsp:txBody>
      <dsp:txXfrm>
        <a:off x="5348635" y="1340212"/>
        <a:ext cx="1114873" cy="540617"/>
      </dsp:txXfrm>
    </dsp:sp>
    <dsp:sp modelId="{D8C29E38-A685-487B-B207-F4FF9EE6EBF9}">
      <dsp:nvSpPr>
        <dsp:cNvPr id="0" name=""/>
        <dsp:cNvSpPr/>
      </dsp:nvSpPr>
      <dsp:spPr>
        <a:xfrm rot="19457599">
          <a:off x="4819234" y="2422698"/>
          <a:ext cx="56575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65758" y="13315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87969" y="2421869"/>
        <a:ext cx="28287" cy="28287"/>
      </dsp:txXfrm>
    </dsp:sp>
    <dsp:sp modelId="{1B428F34-5692-44F2-9D89-D952D66236EB}">
      <dsp:nvSpPr>
        <dsp:cNvPr id="0" name=""/>
        <dsp:cNvSpPr/>
      </dsp:nvSpPr>
      <dsp:spPr>
        <a:xfrm>
          <a:off x="5331816" y="1983787"/>
          <a:ext cx="1148511" cy="574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Processador de Texto</a:t>
          </a:r>
        </a:p>
      </dsp:txBody>
      <dsp:txXfrm>
        <a:off x="5348635" y="2000606"/>
        <a:ext cx="1114873" cy="540617"/>
      </dsp:txXfrm>
    </dsp:sp>
    <dsp:sp modelId="{7BE851F0-0A79-4C83-8ED1-8AA075D5BD84}">
      <dsp:nvSpPr>
        <dsp:cNvPr id="0" name=""/>
        <dsp:cNvSpPr/>
      </dsp:nvSpPr>
      <dsp:spPr>
        <a:xfrm rot="2142401">
          <a:off x="4819234" y="2752895"/>
          <a:ext cx="565758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565758" y="13315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87969" y="2752066"/>
        <a:ext cx="28287" cy="28287"/>
      </dsp:txXfrm>
    </dsp:sp>
    <dsp:sp modelId="{5EF0A478-B430-4AC6-8317-7DC75F639A65}">
      <dsp:nvSpPr>
        <dsp:cNvPr id="0" name=""/>
        <dsp:cNvSpPr/>
      </dsp:nvSpPr>
      <dsp:spPr>
        <a:xfrm>
          <a:off x="5331816" y="2644181"/>
          <a:ext cx="1148511" cy="574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Folha de Cálculo</a:t>
          </a:r>
        </a:p>
      </dsp:txBody>
      <dsp:txXfrm>
        <a:off x="5348635" y="2661000"/>
        <a:ext cx="1114873" cy="540617"/>
      </dsp:txXfrm>
    </dsp:sp>
    <dsp:sp modelId="{5FC4AD71-D089-45B9-A15D-055CF511A41D}">
      <dsp:nvSpPr>
        <dsp:cNvPr id="0" name=""/>
        <dsp:cNvSpPr/>
      </dsp:nvSpPr>
      <dsp:spPr>
        <a:xfrm rot="3907178">
          <a:off x="4556146" y="3083092"/>
          <a:ext cx="1091935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091935" y="13315"/>
              </a:lnTo>
            </a:path>
          </a:pathLst>
        </a:custGeom>
        <a:noFill/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74815" y="3069109"/>
        <a:ext cx="54596" cy="54596"/>
      </dsp:txXfrm>
    </dsp:sp>
    <dsp:sp modelId="{F28468FD-6550-40E3-898E-BFB3624A81CC}">
      <dsp:nvSpPr>
        <dsp:cNvPr id="0" name=""/>
        <dsp:cNvSpPr/>
      </dsp:nvSpPr>
      <dsp:spPr>
        <a:xfrm>
          <a:off x="5331816" y="3304575"/>
          <a:ext cx="1148511" cy="5742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 dirty="0"/>
            <a:t>Jogos</a:t>
          </a:r>
        </a:p>
      </dsp:txBody>
      <dsp:txXfrm>
        <a:off x="5348635" y="3321394"/>
        <a:ext cx="1114873" cy="5406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E0AE0-2389-4DD1-8510-DAB558C472E9}" type="datetimeFigureOut">
              <a:rPr lang="pt-PT" smtClean="0"/>
              <a:t>30/09/2019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04532-FCFD-483E-8AAA-64409151F76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179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E252C-4F64-4DA9-9E85-5FE8C3554DF3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302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E9735-500D-4BD5-8EB5-FE74E163C274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04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A14FE-6C27-4BF1-810B-DD4EB6C79C8D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61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5C391-517E-4ECA-ACC0-89DA0FD36B03}" type="datetime1">
              <a:rPr lang="pt-PT" smtClean="0"/>
              <a:t>30/09/2019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30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6DBF-6209-4DEE-B8A4-CD0DC82C22BC}" type="datetime1">
              <a:rPr lang="pt-PT" smtClean="0"/>
              <a:t>30/09/2019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014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2E287-081D-47AE-91DE-0C54F06D6792}" type="datetime1">
              <a:rPr lang="pt-PT" smtClean="0"/>
              <a:t>30/09/2019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69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FF5C8-BEAD-4042-AE30-8172E33EA2D1}" type="datetime1">
              <a:rPr lang="pt-PT" smtClean="0"/>
              <a:t>30/09/2019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81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C7F2-674A-477D-B968-23D4278DDF4E}" type="datetime1">
              <a:rPr lang="pt-PT" smtClean="0"/>
              <a:t>30/09/2019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1066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FF33-B591-4890-BEF1-C538476D75E1}" type="datetime1">
              <a:rPr lang="pt-PT" smtClean="0"/>
              <a:t>30/09/2019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3190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7D48B-D4DE-451A-99AE-1B4806613F99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299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26D5-5509-4CA9-85E3-5BAE2ECBC228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04224-DEAA-4E1B-B27B-73C55433A3F2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067094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65F5-8117-4F03-8C54-426335253EFE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1603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85658-AA45-4AD9-8A05-85029882E4EF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406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B5E84-18F7-4C81-A0B0-90BE72000873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3978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1DED-331D-4CFD-B1F2-CD3FDADCF195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765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B58A1-BFBB-4C6D-9260-8233633619C1}" type="datetime1">
              <a:rPr lang="pt-PT" smtClean="0"/>
              <a:t>30/09/2019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PT"/>
              <a:t>Exercício PowerPoin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0BD99A-5B15-4069-9FDC-053BC675341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388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n6oBMOsb_Q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cnomani.com/come-costruire-un-pc-fisso-da-soli-acquistando-i-componenti-online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nc-nd/3.0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alog_Display_Services_Interfac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6DA16-FBBC-4667-A423-407AD54F8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Tecnologias da Informação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869E80C-9092-41E3-B153-0F0D6E032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09" y="2830285"/>
            <a:ext cx="5439091" cy="39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24859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CFB21-43D9-4539-AC6C-EAEE894A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Sumário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5667590-3C4F-4F34-AC0D-DEFBB842A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• Tecnologias da Informação </a:t>
            </a:r>
          </a:p>
          <a:p>
            <a:r>
              <a:rPr lang="pt-PT" dirty="0"/>
              <a:t>• Software </a:t>
            </a:r>
          </a:p>
          <a:p>
            <a:r>
              <a:rPr lang="pt-PT" dirty="0"/>
              <a:t>• Hardware </a:t>
            </a:r>
          </a:p>
          <a:p>
            <a:r>
              <a:rPr lang="pt-PT" dirty="0"/>
              <a:t>• Bibliografia </a:t>
            </a:r>
          </a:p>
          <a:p>
            <a:r>
              <a:rPr lang="pt-PT" dirty="0"/>
              <a:t>• Contactos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A30A49B-84BD-44D2-A1B1-CA6A207B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EC2D8F3-B272-43D3-B677-CEBDA1D9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70560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7689C-561B-4CD2-87D8-BA09BA3E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TI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F87CF45-28DD-46CA-B31B-0D2D33CD7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PT" dirty="0"/>
              <a:t>	Conjunto de recursos tecnológicos interligados entre si, que proporcionam, por meio das funções de hardware, software e telecomunicações, a automação e comunicação dos processos de negócio, da pesquisa científica, e de ensino e aprendizagem.</a:t>
            </a:r>
          </a:p>
        </p:txBody>
      </p:sp>
      <p:pic>
        <p:nvPicPr>
          <p:cNvPr id="4" name="Multimédia Online 3" title="Meu Futuro como Gestor da Tecnologia da Informação">
            <a:hlinkClick r:id="" action="ppaction://media"/>
            <a:extLst>
              <a:ext uri="{FF2B5EF4-FFF2-40B4-BE49-F238E27FC236}">
                <a16:creationId xmlns:a16="http://schemas.microsoft.com/office/drawing/2014/main" id="{A2EAB8B5-B0BD-4CE8-A419-CC3AD70E44B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89668" y="3676650"/>
            <a:ext cx="4572000" cy="2571750"/>
          </a:xfrm>
          <a:prstGeom prst="rect">
            <a:avLst/>
          </a:prstGeom>
        </p:spPr>
      </p:pic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B08BEBB-6E2B-4C7D-80AF-BC31E5B0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A84F3B1-8F3A-4EAC-84EA-88ED8A28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960372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34411B-15CD-4ED1-ABB7-68A43F1D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Software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73CE718-BFB0-47E2-8444-853F6FF80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8989181" cy="3010125"/>
          </a:xfrm>
        </p:spPr>
        <p:txBody>
          <a:bodyPr/>
          <a:lstStyle/>
          <a:p>
            <a:pPr algn="just"/>
            <a:r>
              <a:rPr lang="pt-PT" dirty="0"/>
              <a:t>• Sequência de instruções escritas para serem interpretadas por um computador com o objetivo de executar tarefas especificas. </a:t>
            </a:r>
          </a:p>
          <a:p>
            <a:pPr algn="just"/>
            <a:r>
              <a:rPr lang="pt-PT" dirty="0"/>
              <a:t>• Também pode ser definido como os programas que comandam o funcionamento de um computador. </a:t>
            </a:r>
          </a:p>
          <a:p>
            <a:pPr algn="just"/>
            <a:r>
              <a:rPr lang="pt-PT" dirty="0"/>
              <a:t>• Podem ser classificados em três tipos: </a:t>
            </a:r>
          </a:p>
          <a:p>
            <a:pPr algn="just"/>
            <a:r>
              <a:rPr lang="pt-PT" dirty="0"/>
              <a:t>• Software de Sistema </a:t>
            </a:r>
          </a:p>
          <a:p>
            <a:pPr algn="just"/>
            <a:r>
              <a:rPr lang="pt-PT" dirty="0"/>
              <a:t>• Software de Programação </a:t>
            </a:r>
          </a:p>
          <a:p>
            <a:pPr algn="just"/>
            <a:r>
              <a:rPr lang="pt-PT" dirty="0"/>
              <a:t>• Software de Aplicação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BEBA1AB-3A73-4FC3-ABE3-DB2ED68F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C203F64-4CBF-4998-990A-8D09CA88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493990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4000" decel="4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44000" decel="4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44000" decel="4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accel="44000" decel="4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accel="44000" decel="4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accel="44000" decel="4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1F64B-0AAB-4C95-8C13-50908442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Tipos de Software</a:t>
            </a:r>
          </a:p>
        </p:txBody>
      </p:sp>
      <p:graphicFrame>
        <p:nvGraphicFramePr>
          <p:cNvPr id="6" name="Marcador de Posição de Conteúdo 5">
            <a:extLst>
              <a:ext uri="{FF2B5EF4-FFF2-40B4-BE49-F238E27FC236}">
                <a16:creationId xmlns:a16="http://schemas.microsoft.com/office/drawing/2014/main" id="{BC852608-BB99-4CF9-B279-3C86578BA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6160422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44999657-9F27-492F-9AF8-BB1F5CEF8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5CB065E9-11BC-4FE2-8228-A4D1732A8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4578137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71984-77C8-4D64-BB73-0CF086E70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Quota de mercado dos Sistemas Operativos</a:t>
            </a:r>
          </a:p>
        </p:txBody>
      </p:sp>
      <p:graphicFrame>
        <p:nvGraphicFramePr>
          <p:cNvPr id="6" name="Marcador de Posição de Conteúdo 5">
            <a:extLst>
              <a:ext uri="{FF2B5EF4-FFF2-40B4-BE49-F238E27FC236}">
                <a16:creationId xmlns:a16="http://schemas.microsoft.com/office/drawing/2014/main" id="{E3086D29-61F4-498C-B75E-1FB754DA10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5657103"/>
              </p:ext>
            </p:extLst>
          </p:nvPr>
        </p:nvGraphicFramePr>
        <p:xfrm>
          <a:off x="677863" y="1930400"/>
          <a:ext cx="8789694" cy="392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B7745AAC-97C9-43EE-82BC-7FA3ED33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287C3953-0020-4624-9B9E-DF128750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117748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CD656-C4E2-4DA9-8BCD-14ACE538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Hardware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C3DA412-CCD3-46C1-9A01-D51C7C941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858552" cy="1320800"/>
          </a:xfrm>
        </p:spPr>
        <p:txBody>
          <a:bodyPr/>
          <a:lstStyle/>
          <a:p>
            <a:pPr algn="just"/>
            <a:r>
              <a:rPr lang="pt-PT" dirty="0"/>
              <a:t>Parte física de um computador, é formado pelos componentes eletrónicos, como por exemplo, circuitos de fios e luz, placas, utensílios, correntes, e qualquer outro material em estado físico, que seja necessário para fazer com que o computador funcione.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2D3095C9-E96E-4896-B461-46B87CB7E6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56114" y="3429000"/>
            <a:ext cx="4184650" cy="3347720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1BB476D-5BEB-40BA-9375-082A959333A5}"/>
              </a:ext>
            </a:extLst>
          </p:cNvPr>
          <p:cNvSpPr txBox="1"/>
          <p:nvPr/>
        </p:nvSpPr>
        <p:spPr>
          <a:xfrm>
            <a:off x="2769044" y="7201194"/>
            <a:ext cx="4184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A imagem </a:t>
            </a:r>
            <a:r>
              <a:rPr lang="pt-PT" sz="900">
                <a:hlinkClick r:id="rId3" tooltip="http://www.tecnomani.com/come-costruire-un-pc-fisso-da-soli-acquistando-i-componenti-online/"/>
              </a:rPr>
              <a:t>Esta Fotografia</a:t>
            </a:r>
            <a:r>
              <a:rPr lang="pt-PT" sz="900"/>
              <a:t> de Autor Desconhecido está licenciada ao abrigo da </a:t>
            </a:r>
            <a:r>
              <a:rPr lang="pt-PT" sz="900">
                <a:hlinkClick r:id="rId4" tooltip="https://creativecommons.org/licenses/by-nc-nd/3.0/"/>
              </a:rPr>
              <a:t>CC BY-NC-ND</a:t>
            </a:r>
            <a:endParaRPr lang="pt-PT" sz="90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87F9059D-38C5-4859-8BCC-0F9ACB1C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4827F01-0FA2-49FE-8C11-D8AB5778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762515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CAADF-E6E9-4CF5-A2BF-B836678F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Bibliografia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D431D33-721A-4556-A2FA-73B24740F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Apontamentos retirados da página da unidade curricular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247725FA-C72E-4C52-AE31-EE6B493B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209908D-B029-4FE8-A625-47AC91FC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566420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219C3-321E-4572-A1F4-DB9E84DB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Contactos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B0197B4-7134-4892-92D0-54A4B5545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• Elaborado Por: </a:t>
            </a:r>
          </a:p>
          <a:p>
            <a:r>
              <a:rPr lang="pt-PT" dirty="0"/>
              <a:t>• 2190807</a:t>
            </a:r>
          </a:p>
          <a:p>
            <a:r>
              <a:rPr lang="pt-PT" dirty="0"/>
              <a:t>• Vìtor Hugo Rodrigues Antunes</a:t>
            </a:r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4167ED3-2EC7-4256-963F-80C791C3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PT"/>
              <a:t>Exercício PowerPoin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43C3A06-43AB-45F7-88FB-D9379362A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BD99A-5B15-4069-9FDC-053BC675341F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27410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219</Words>
  <Application>Microsoft Office PowerPoint</Application>
  <PresentationFormat>Ecrã Panorâmico</PresentationFormat>
  <Paragraphs>56</Paragraphs>
  <Slides>9</Slides>
  <Notes>0</Notes>
  <HiddenSlides>0</HiddenSlides>
  <MMClips>1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Wingdings 3</vt:lpstr>
      <vt:lpstr>Faceta</vt:lpstr>
      <vt:lpstr>Tecnologias da Informação</vt:lpstr>
      <vt:lpstr>Sumário</vt:lpstr>
      <vt:lpstr>TI</vt:lpstr>
      <vt:lpstr>Software</vt:lpstr>
      <vt:lpstr>Tipos de Software</vt:lpstr>
      <vt:lpstr>Quota de mercado dos Sistemas Operativos</vt:lpstr>
      <vt:lpstr>Hardware</vt:lpstr>
      <vt:lpstr>Bibliografia</vt:lpstr>
      <vt:lpstr>Contactos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Tecnologias da Informação</dc:title>
  <dc:creator>Vìtor Hugo Rodrigues Antunes</dc:creator>
  <cp:lastModifiedBy>Vìtor Hugo Rodrigues Antunes</cp:lastModifiedBy>
  <cp:revision>7</cp:revision>
  <dcterms:created xsi:type="dcterms:W3CDTF">2019-09-30T20:21:00Z</dcterms:created>
  <dcterms:modified xsi:type="dcterms:W3CDTF">2019-09-30T21:19:55Z</dcterms:modified>
</cp:coreProperties>
</file>