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89" d="100"/>
          <a:sy n="89" d="100"/>
        </p:scale>
        <p:origin x="12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73D1D01-5F2F-4721-B50D-673FD4950C98}" type="doc">
      <dgm:prSet loTypeId="urn:microsoft.com/office/officeart/2005/8/layout/radial6" loCatId="cycle" qsTypeId="urn:microsoft.com/office/officeart/2005/8/quickstyle/simple5" qsCatId="simple" csTypeId="urn:microsoft.com/office/officeart/2005/8/colors/colorful5" csCatId="colorful"/>
      <dgm:spPr/>
      <dgm:t>
        <a:bodyPr/>
        <a:lstStyle/>
        <a:p>
          <a:endParaRPr lang="pt-PT"/>
        </a:p>
      </dgm:t>
    </dgm:pt>
    <dgm:pt modelId="{9794B8B9-A313-4338-A74F-90393955E165}">
      <dgm:prSet/>
      <dgm:spPr/>
      <dgm:t>
        <a:bodyPr/>
        <a:lstStyle/>
        <a:p>
          <a:r>
            <a:rPr lang="pt-PT"/>
            <a:t>IPLeiria</a:t>
          </a:r>
        </a:p>
      </dgm:t>
    </dgm:pt>
    <dgm:pt modelId="{A63BA382-E3E2-473D-ABC3-B5F7DE7DF95F}" type="parTrans" cxnId="{10DE9248-13FB-4872-A684-4BD60400B9D7}">
      <dgm:prSet/>
      <dgm:spPr/>
      <dgm:t>
        <a:bodyPr/>
        <a:lstStyle/>
        <a:p>
          <a:endParaRPr lang="pt-PT"/>
        </a:p>
      </dgm:t>
    </dgm:pt>
    <dgm:pt modelId="{D8270360-3741-4496-9951-46C608AF4BE7}" type="sibTrans" cxnId="{10DE9248-13FB-4872-A684-4BD60400B9D7}">
      <dgm:prSet/>
      <dgm:spPr/>
      <dgm:t>
        <a:bodyPr/>
        <a:lstStyle/>
        <a:p>
          <a:endParaRPr lang="pt-PT"/>
        </a:p>
      </dgm:t>
    </dgm:pt>
    <dgm:pt modelId="{DE36647A-5A5C-4B58-8AD1-EAF8ED732BD9}">
      <dgm:prSet/>
      <dgm:spPr/>
      <dgm:t>
        <a:bodyPr/>
        <a:lstStyle/>
        <a:p>
          <a:r>
            <a:rPr lang="pt-PT" dirty="0"/>
            <a:t>ESECS</a:t>
          </a:r>
        </a:p>
      </dgm:t>
    </dgm:pt>
    <dgm:pt modelId="{63D53E51-7EA0-45E4-BF3F-CB5DB389B2DC}" type="parTrans" cxnId="{1623401C-D7FD-44B6-8D68-0E9804B008C4}">
      <dgm:prSet/>
      <dgm:spPr/>
      <dgm:t>
        <a:bodyPr/>
        <a:lstStyle/>
        <a:p>
          <a:endParaRPr lang="pt-PT"/>
        </a:p>
      </dgm:t>
    </dgm:pt>
    <dgm:pt modelId="{308172A9-9F63-4DA4-AE24-5C5CB47C373F}" type="sibTrans" cxnId="{1623401C-D7FD-44B6-8D68-0E9804B008C4}">
      <dgm:prSet/>
      <dgm:spPr/>
      <dgm:t>
        <a:bodyPr/>
        <a:lstStyle/>
        <a:p>
          <a:endParaRPr lang="pt-PT"/>
        </a:p>
      </dgm:t>
    </dgm:pt>
    <dgm:pt modelId="{82218B77-5AE8-4018-89C7-29808CCEDD9C}">
      <dgm:prSet/>
      <dgm:spPr/>
      <dgm:t>
        <a:bodyPr/>
        <a:lstStyle/>
        <a:p>
          <a:r>
            <a:rPr lang="pt-PT"/>
            <a:t>ESTG</a:t>
          </a:r>
        </a:p>
      </dgm:t>
    </dgm:pt>
    <dgm:pt modelId="{AC4E2896-B40D-4E61-9D04-1BDA5A38E3A6}" type="parTrans" cxnId="{9AECB922-E125-4B52-A89C-55662533049D}">
      <dgm:prSet/>
      <dgm:spPr/>
      <dgm:t>
        <a:bodyPr/>
        <a:lstStyle/>
        <a:p>
          <a:endParaRPr lang="pt-PT"/>
        </a:p>
      </dgm:t>
    </dgm:pt>
    <dgm:pt modelId="{82509622-5458-4A52-A00F-5CAE0F2AED9E}" type="sibTrans" cxnId="{9AECB922-E125-4B52-A89C-55662533049D}">
      <dgm:prSet/>
      <dgm:spPr/>
      <dgm:t>
        <a:bodyPr/>
        <a:lstStyle/>
        <a:p>
          <a:endParaRPr lang="pt-PT"/>
        </a:p>
      </dgm:t>
    </dgm:pt>
    <dgm:pt modelId="{6AA35908-746B-467A-9E62-A0E4CF2D7B78}">
      <dgm:prSet/>
      <dgm:spPr/>
      <dgm:t>
        <a:bodyPr/>
        <a:lstStyle/>
        <a:p>
          <a:r>
            <a:rPr lang="pt-PT"/>
            <a:t>ESAD </a:t>
          </a:r>
        </a:p>
      </dgm:t>
    </dgm:pt>
    <dgm:pt modelId="{628AD007-0C9C-48D1-80BD-6B2B2FEFB8B5}" type="parTrans" cxnId="{CE192811-C34B-4724-A18F-6AD58FBDDA91}">
      <dgm:prSet/>
      <dgm:spPr/>
      <dgm:t>
        <a:bodyPr/>
        <a:lstStyle/>
        <a:p>
          <a:endParaRPr lang="pt-PT"/>
        </a:p>
      </dgm:t>
    </dgm:pt>
    <dgm:pt modelId="{BA061B00-7030-48EF-9A58-E1284C9BDB64}" type="sibTrans" cxnId="{CE192811-C34B-4724-A18F-6AD58FBDDA91}">
      <dgm:prSet/>
      <dgm:spPr/>
      <dgm:t>
        <a:bodyPr/>
        <a:lstStyle/>
        <a:p>
          <a:endParaRPr lang="pt-PT"/>
        </a:p>
      </dgm:t>
    </dgm:pt>
    <dgm:pt modelId="{FFDCEA8E-D173-4994-88FF-6E9D4176016C}">
      <dgm:prSet/>
      <dgm:spPr/>
      <dgm:t>
        <a:bodyPr/>
        <a:lstStyle/>
        <a:p>
          <a:r>
            <a:rPr lang="pt-PT"/>
            <a:t>ESTM</a:t>
          </a:r>
        </a:p>
      </dgm:t>
    </dgm:pt>
    <dgm:pt modelId="{A51A1685-01D3-477E-895F-402F109DE21B}" type="parTrans" cxnId="{BDE6D583-1625-40B5-A956-D7660DE559DC}">
      <dgm:prSet/>
      <dgm:spPr/>
      <dgm:t>
        <a:bodyPr/>
        <a:lstStyle/>
        <a:p>
          <a:endParaRPr lang="pt-PT"/>
        </a:p>
      </dgm:t>
    </dgm:pt>
    <dgm:pt modelId="{77EB9103-FF76-4FA7-A44E-8868FAD92F96}" type="sibTrans" cxnId="{BDE6D583-1625-40B5-A956-D7660DE559DC}">
      <dgm:prSet/>
      <dgm:spPr/>
      <dgm:t>
        <a:bodyPr/>
        <a:lstStyle/>
        <a:p>
          <a:endParaRPr lang="pt-PT"/>
        </a:p>
      </dgm:t>
    </dgm:pt>
    <dgm:pt modelId="{82EB5E1E-573C-4E88-90EC-8CC63E04CB08}">
      <dgm:prSet/>
      <dgm:spPr/>
      <dgm:t>
        <a:bodyPr/>
        <a:lstStyle/>
        <a:p>
          <a:r>
            <a:rPr lang="pt-PT"/>
            <a:t>ESSLe</a:t>
          </a:r>
        </a:p>
      </dgm:t>
    </dgm:pt>
    <dgm:pt modelId="{C43A56ED-BCDD-410C-849C-A4FC59FAD6C3}" type="parTrans" cxnId="{BF59FBCA-F6A1-4306-A1E7-81EF5759CC3E}">
      <dgm:prSet/>
      <dgm:spPr/>
      <dgm:t>
        <a:bodyPr/>
        <a:lstStyle/>
        <a:p>
          <a:endParaRPr lang="pt-PT"/>
        </a:p>
      </dgm:t>
    </dgm:pt>
    <dgm:pt modelId="{8E03A274-6084-432B-9598-E714181E1E47}" type="sibTrans" cxnId="{BF59FBCA-F6A1-4306-A1E7-81EF5759CC3E}">
      <dgm:prSet/>
      <dgm:spPr/>
      <dgm:t>
        <a:bodyPr/>
        <a:lstStyle/>
        <a:p>
          <a:endParaRPr lang="pt-PT"/>
        </a:p>
      </dgm:t>
    </dgm:pt>
    <dgm:pt modelId="{2B23B1A3-4787-483D-9029-778F0A5F82AA}" type="pres">
      <dgm:prSet presAssocID="{973D1D01-5F2F-4721-B50D-673FD4950C98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B7A2FAB6-856F-4123-873E-CF0BAFB42751}" type="pres">
      <dgm:prSet presAssocID="{9794B8B9-A313-4338-A74F-90393955E165}" presName="centerShape" presStyleLbl="node0" presStyleIdx="0" presStyleCnt="1"/>
      <dgm:spPr/>
    </dgm:pt>
    <dgm:pt modelId="{32CBC2DC-9B60-4782-B8AC-9FA7FA697FEA}" type="pres">
      <dgm:prSet presAssocID="{DE36647A-5A5C-4B58-8AD1-EAF8ED732BD9}" presName="node" presStyleLbl="node1" presStyleIdx="0" presStyleCnt="5">
        <dgm:presLayoutVars>
          <dgm:bulletEnabled val="1"/>
        </dgm:presLayoutVars>
      </dgm:prSet>
      <dgm:spPr/>
    </dgm:pt>
    <dgm:pt modelId="{357F3856-3265-4860-B6A0-92AEB841E164}" type="pres">
      <dgm:prSet presAssocID="{DE36647A-5A5C-4B58-8AD1-EAF8ED732BD9}" presName="dummy" presStyleCnt="0"/>
      <dgm:spPr/>
    </dgm:pt>
    <dgm:pt modelId="{6DA329B3-29D0-4F5F-B87A-19DB3637CA87}" type="pres">
      <dgm:prSet presAssocID="{308172A9-9F63-4DA4-AE24-5C5CB47C373F}" presName="sibTrans" presStyleLbl="sibTrans2D1" presStyleIdx="0" presStyleCnt="5"/>
      <dgm:spPr/>
    </dgm:pt>
    <dgm:pt modelId="{AE7813C5-03DF-43EF-9AE6-C591E9E177E4}" type="pres">
      <dgm:prSet presAssocID="{82218B77-5AE8-4018-89C7-29808CCEDD9C}" presName="node" presStyleLbl="node1" presStyleIdx="1" presStyleCnt="5">
        <dgm:presLayoutVars>
          <dgm:bulletEnabled val="1"/>
        </dgm:presLayoutVars>
      </dgm:prSet>
      <dgm:spPr/>
    </dgm:pt>
    <dgm:pt modelId="{7A7C0757-59EC-4E53-A108-0C627518F3E6}" type="pres">
      <dgm:prSet presAssocID="{82218B77-5AE8-4018-89C7-29808CCEDD9C}" presName="dummy" presStyleCnt="0"/>
      <dgm:spPr/>
    </dgm:pt>
    <dgm:pt modelId="{0A3894AC-AC19-4FA6-AF85-5B6FDE29E745}" type="pres">
      <dgm:prSet presAssocID="{82509622-5458-4A52-A00F-5CAE0F2AED9E}" presName="sibTrans" presStyleLbl="sibTrans2D1" presStyleIdx="1" presStyleCnt="5"/>
      <dgm:spPr/>
    </dgm:pt>
    <dgm:pt modelId="{CB9A977D-4D01-4B60-87D9-43AAE264D6F0}" type="pres">
      <dgm:prSet presAssocID="{6AA35908-746B-467A-9E62-A0E4CF2D7B78}" presName="node" presStyleLbl="node1" presStyleIdx="2" presStyleCnt="5">
        <dgm:presLayoutVars>
          <dgm:bulletEnabled val="1"/>
        </dgm:presLayoutVars>
      </dgm:prSet>
      <dgm:spPr/>
    </dgm:pt>
    <dgm:pt modelId="{548BE3F7-A205-4CC7-B8C8-9FE48C04FEBA}" type="pres">
      <dgm:prSet presAssocID="{6AA35908-746B-467A-9E62-A0E4CF2D7B78}" presName="dummy" presStyleCnt="0"/>
      <dgm:spPr/>
    </dgm:pt>
    <dgm:pt modelId="{D6A1494A-A21D-4B86-B659-B87F4402333E}" type="pres">
      <dgm:prSet presAssocID="{BA061B00-7030-48EF-9A58-E1284C9BDB64}" presName="sibTrans" presStyleLbl="sibTrans2D1" presStyleIdx="2" presStyleCnt="5"/>
      <dgm:spPr/>
    </dgm:pt>
    <dgm:pt modelId="{E7F0F07A-8EE5-4234-9F6A-8A5EA147875D}" type="pres">
      <dgm:prSet presAssocID="{FFDCEA8E-D173-4994-88FF-6E9D4176016C}" presName="node" presStyleLbl="node1" presStyleIdx="3" presStyleCnt="5">
        <dgm:presLayoutVars>
          <dgm:bulletEnabled val="1"/>
        </dgm:presLayoutVars>
      </dgm:prSet>
      <dgm:spPr/>
    </dgm:pt>
    <dgm:pt modelId="{2DFD69A4-4862-4D9A-9E04-5267D9302624}" type="pres">
      <dgm:prSet presAssocID="{FFDCEA8E-D173-4994-88FF-6E9D4176016C}" presName="dummy" presStyleCnt="0"/>
      <dgm:spPr/>
    </dgm:pt>
    <dgm:pt modelId="{10B89237-26CD-4E0C-B637-E5C7C5F45D1C}" type="pres">
      <dgm:prSet presAssocID="{77EB9103-FF76-4FA7-A44E-8868FAD92F96}" presName="sibTrans" presStyleLbl="sibTrans2D1" presStyleIdx="3" presStyleCnt="5"/>
      <dgm:spPr/>
    </dgm:pt>
    <dgm:pt modelId="{107863B2-FDDC-4A04-B0A4-9256E6022F78}" type="pres">
      <dgm:prSet presAssocID="{82EB5E1E-573C-4E88-90EC-8CC63E04CB08}" presName="node" presStyleLbl="node1" presStyleIdx="4" presStyleCnt="5">
        <dgm:presLayoutVars>
          <dgm:bulletEnabled val="1"/>
        </dgm:presLayoutVars>
      </dgm:prSet>
      <dgm:spPr/>
    </dgm:pt>
    <dgm:pt modelId="{CFD4FE6C-9611-4269-A333-E117E73F2A9A}" type="pres">
      <dgm:prSet presAssocID="{82EB5E1E-573C-4E88-90EC-8CC63E04CB08}" presName="dummy" presStyleCnt="0"/>
      <dgm:spPr/>
    </dgm:pt>
    <dgm:pt modelId="{9B1FC46D-B87F-4814-BDBD-1DE694918194}" type="pres">
      <dgm:prSet presAssocID="{8E03A274-6084-432B-9598-E714181E1E47}" presName="sibTrans" presStyleLbl="sibTrans2D1" presStyleIdx="4" presStyleCnt="5"/>
      <dgm:spPr/>
    </dgm:pt>
  </dgm:ptLst>
  <dgm:cxnLst>
    <dgm:cxn modelId="{92482610-0ABF-467A-81C3-1BBEAAFF936D}" type="presOf" srcId="{77EB9103-FF76-4FA7-A44E-8868FAD92F96}" destId="{10B89237-26CD-4E0C-B637-E5C7C5F45D1C}" srcOrd="0" destOrd="0" presId="urn:microsoft.com/office/officeart/2005/8/layout/radial6"/>
    <dgm:cxn modelId="{CE192811-C34B-4724-A18F-6AD58FBDDA91}" srcId="{9794B8B9-A313-4338-A74F-90393955E165}" destId="{6AA35908-746B-467A-9E62-A0E4CF2D7B78}" srcOrd="2" destOrd="0" parTransId="{628AD007-0C9C-48D1-80BD-6B2B2FEFB8B5}" sibTransId="{BA061B00-7030-48EF-9A58-E1284C9BDB64}"/>
    <dgm:cxn modelId="{75011214-3AEC-4506-8338-3049CAA880F8}" type="presOf" srcId="{308172A9-9F63-4DA4-AE24-5C5CB47C373F}" destId="{6DA329B3-29D0-4F5F-B87A-19DB3637CA87}" srcOrd="0" destOrd="0" presId="urn:microsoft.com/office/officeart/2005/8/layout/radial6"/>
    <dgm:cxn modelId="{1623401C-D7FD-44B6-8D68-0E9804B008C4}" srcId="{9794B8B9-A313-4338-A74F-90393955E165}" destId="{DE36647A-5A5C-4B58-8AD1-EAF8ED732BD9}" srcOrd="0" destOrd="0" parTransId="{63D53E51-7EA0-45E4-BF3F-CB5DB389B2DC}" sibTransId="{308172A9-9F63-4DA4-AE24-5C5CB47C373F}"/>
    <dgm:cxn modelId="{9AECB922-E125-4B52-A89C-55662533049D}" srcId="{9794B8B9-A313-4338-A74F-90393955E165}" destId="{82218B77-5AE8-4018-89C7-29808CCEDD9C}" srcOrd="1" destOrd="0" parTransId="{AC4E2896-B40D-4E61-9D04-1BDA5A38E3A6}" sibTransId="{82509622-5458-4A52-A00F-5CAE0F2AED9E}"/>
    <dgm:cxn modelId="{051E5036-9CBF-4F1D-95C2-C51AEC424036}" type="presOf" srcId="{8E03A274-6084-432B-9598-E714181E1E47}" destId="{9B1FC46D-B87F-4814-BDBD-1DE694918194}" srcOrd="0" destOrd="0" presId="urn:microsoft.com/office/officeart/2005/8/layout/radial6"/>
    <dgm:cxn modelId="{3DFC473A-5D89-4570-90B4-9D642E5C9210}" type="presOf" srcId="{9794B8B9-A313-4338-A74F-90393955E165}" destId="{B7A2FAB6-856F-4123-873E-CF0BAFB42751}" srcOrd="0" destOrd="0" presId="urn:microsoft.com/office/officeart/2005/8/layout/radial6"/>
    <dgm:cxn modelId="{10DE9248-13FB-4872-A684-4BD60400B9D7}" srcId="{973D1D01-5F2F-4721-B50D-673FD4950C98}" destId="{9794B8B9-A313-4338-A74F-90393955E165}" srcOrd="0" destOrd="0" parTransId="{A63BA382-E3E2-473D-ABC3-B5F7DE7DF95F}" sibTransId="{D8270360-3741-4496-9951-46C608AF4BE7}"/>
    <dgm:cxn modelId="{12D7EA4D-D0A2-42C5-999D-713C75856E61}" type="presOf" srcId="{DE36647A-5A5C-4B58-8AD1-EAF8ED732BD9}" destId="{32CBC2DC-9B60-4782-B8AC-9FA7FA697FEA}" srcOrd="0" destOrd="0" presId="urn:microsoft.com/office/officeart/2005/8/layout/radial6"/>
    <dgm:cxn modelId="{56822353-7F09-4859-A94E-ABB992277705}" type="presOf" srcId="{6AA35908-746B-467A-9E62-A0E4CF2D7B78}" destId="{CB9A977D-4D01-4B60-87D9-43AAE264D6F0}" srcOrd="0" destOrd="0" presId="urn:microsoft.com/office/officeart/2005/8/layout/radial6"/>
    <dgm:cxn modelId="{52EEA77B-F45A-4B4B-9AFB-36FADFF98842}" type="presOf" srcId="{82509622-5458-4A52-A00F-5CAE0F2AED9E}" destId="{0A3894AC-AC19-4FA6-AF85-5B6FDE29E745}" srcOrd="0" destOrd="0" presId="urn:microsoft.com/office/officeart/2005/8/layout/radial6"/>
    <dgm:cxn modelId="{BDE6D583-1625-40B5-A956-D7660DE559DC}" srcId="{9794B8B9-A313-4338-A74F-90393955E165}" destId="{FFDCEA8E-D173-4994-88FF-6E9D4176016C}" srcOrd="3" destOrd="0" parTransId="{A51A1685-01D3-477E-895F-402F109DE21B}" sibTransId="{77EB9103-FF76-4FA7-A44E-8868FAD92F96}"/>
    <dgm:cxn modelId="{0F7AA291-11BE-410F-AA29-2E7D08004FB6}" type="presOf" srcId="{973D1D01-5F2F-4721-B50D-673FD4950C98}" destId="{2B23B1A3-4787-483D-9029-778F0A5F82AA}" srcOrd="0" destOrd="0" presId="urn:microsoft.com/office/officeart/2005/8/layout/radial6"/>
    <dgm:cxn modelId="{97222396-1133-4157-928C-83E6E51EAB5F}" type="presOf" srcId="{FFDCEA8E-D173-4994-88FF-6E9D4176016C}" destId="{E7F0F07A-8EE5-4234-9F6A-8A5EA147875D}" srcOrd="0" destOrd="0" presId="urn:microsoft.com/office/officeart/2005/8/layout/radial6"/>
    <dgm:cxn modelId="{6E173F96-C874-4CBA-8AD4-FA4078F3D74E}" type="presOf" srcId="{BA061B00-7030-48EF-9A58-E1284C9BDB64}" destId="{D6A1494A-A21D-4B86-B659-B87F4402333E}" srcOrd="0" destOrd="0" presId="urn:microsoft.com/office/officeart/2005/8/layout/radial6"/>
    <dgm:cxn modelId="{337615BF-9F83-440F-9EDF-4F305E23C63A}" type="presOf" srcId="{82218B77-5AE8-4018-89C7-29808CCEDD9C}" destId="{AE7813C5-03DF-43EF-9AE6-C591E9E177E4}" srcOrd="0" destOrd="0" presId="urn:microsoft.com/office/officeart/2005/8/layout/radial6"/>
    <dgm:cxn modelId="{BF59FBCA-F6A1-4306-A1E7-81EF5759CC3E}" srcId="{9794B8B9-A313-4338-A74F-90393955E165}" destId="{82EB5E1E-573C-4E88-90EC-8CC63E04CB08}" srcOrd="4" destOrd="0" parTransId="{C43A56ED-BCDD-410C-849C-A4FC59FAD6C3}" sibTransId="{8E03A274-6084-432B-9598-E714181E1E47}"/>
    <dgm:cxn modelId="{5ABFC7F5-A220-472C-9EA7-E50D98146F9A}" type="presOf" srcId="{82EB5E1E-573C-4E88-90EC-8CC63E04CB08}" destId="{107863B2-FDDC-4A04-B0A4-9256E6022F78}" srcOrd="0" destOrd="0" presId="urn:microsoft.com/office/officeart/2005/8/layout/radial6"/>
    <dgm:cxn modelId="{16C010CF-2D1D-40BC-86A0-ED1EC9845CDD}" type="presParOf" srcId="{2B23B1A3-4787-483D-9029-778F0A5F82AA}" destId="{B7A2FAB6-856F-4123-873E-CF0BAFB42751}" srcOrd="0" destOrd="0" presId="urn:microsoft.com/office/officeart/2005/8/layout/radial6"/>
    <dgm:cxn modelId="{AAB68243-81B8-4656-ABC7-12F81CD3154D}" type="presParOf" srcId="{2B23B1A3-4787-483D-9029-778F0A5F82AA}" destId="{32CBC2DC-9B60-4782-B8AC-9FA7FA697FEA}" srcOrd="1" destOrd="0" presId="urn:microsoft.com/office/officeart/2005/8/layout/radial6"/>
    <dgm:cxn modelId="{52D89B16-1F9C-49F6-B511-F9A6FB3F984E}" type="presParOf" srcId="{2B23B1A3-4787-483D-9029-778F0A5F82AA}" destId="{357F3856-3265-4860-B6A0-92AEB841E164}" srcOrd="2" destOrd="0" presId="urn:microsoft.com/office/officeart/2005/8/layout/radial6"/>
    <dgm:cxn modelId="{A7C4B132-BA70-437C-A983-CFBA68088FBE}" type="presParOf" srcId="{2B23B1A3-4787-483D-9029-778F0A5F82AA}" destId="{6DA329B3-29D0-4F5F-B87A-19DB3637CA87}" srcOrd="3" destOrd="0" presId="urn:microsoft.com/office/officeart/2005/8/layout/radial6"/>
    <dgm:cxn modelId="{9376B39D-BEB8-47E2-918D-CEA23A42A275}" type="presParOf" srcId="{2B23B1A3-4787-483D-9029-778F0A5F82AA}" destId="{AE7813C5-03DF-43EF-9AE6-C591E9E177E4}" srcOrd="4" destOrd="0" presId="urn:microsoft.com/office/officeart/2005/8/layout/radial6"/>
    <dgm:cxn modelId="{72177EF3-2B08-4474-B83E-6E5D739B1450}" type="presParOf" srcId="{2B23B1A3-4787-483D-9029-778F0A5F82AA}" destId="{7A7C0757-59EC-4E53-A108-0C627518F3E6}" srcOrd="5" destOrd="0" presId="urn:microsoft.com/office/officeart/2005/8/layout/radial6"/>
    <dgm:cxn modelId="{CA2E2905-CA4E-43B2-8872-32218CD90F67}" type="presParOf" srcId="{2B23B1A3-4787-483D-9029-778F0A5F82AA}" destId="{0A3894AC-AC19-4FA6-AF85-5B6FDE29E745}" srcOrd="6" destOrd="0" presId="urn:microsoft.com/office/officeart/2005/8/layout/radial6"/>
    <dgm:cxn modelId="{A2CA4253-DF35-49D1-922C-04BFA6C1FE2B}" type="presParOf" srcId="{2B23B1A3-4787-483D-9029-778F0A5F82AA}" destId="{CB9A977D-4D01-4B60-87D9-43AAE264D6F0}" srcOrd="7" destOrd="0" presId="urn:microsoft.com/office/officeart/2005/8/layout/radial6"/>
    <dgm:cxn modelId="{80158B39-13E4-43B6-933C-3F5750E3F883}" type="presParOf" srcId="{2B23B1A3-4787-483D-9029-778F0A5F82AA}" destId="{548BE3F7-A205-4CC7-B8C8-9FE48C04FEBA}" srcOrd="8" destOrd="0" presId="urn:microsoft.com/office/officeart/2005/8/layout/radial6"/>
    <dgm:cxn modelId="{173A700A-F2FD-4EDF-99F9-812F5DCE9242}" type="presParOf" srcId="{2B23B1A3-4787-483D-9029-778F0A5F82AA}" destId="{D6A1494A-A21D-4B86-B659-B87F4402333E}" srcOrd="9" destOrd="0" presId="urn:microsoft.com/office/officeart/2005/8/layout/radial6"/>
    <dgm:cxn modelId="{1597E3A6-60AC-40CE-A4F0-EF0F428A81E4}" type="presParOf" srcId="{2B23B1A3-4787-483D-9029-778F0A5F82AA}" destId="{E7F0F07A-8EE5-4234-9F6A-8A5EA147875D}" srcOrd="10" destOrd="0" presId="urn:microsoft.com/office/officeart/2005/8/layout/radial6"/>
    <dgm:cxn modelId="{DDFD6D9D-6484-4F11-BEBB-E876A387EE87}" type="presParOf" srcId="{2B23B1A3-4787-483D-9029-778F0A5F82AA}" destId="{2DFD69A4-4862-4D9A-9E04-5267D9302624}" srcOrd="11" destOrd="0" presId="urn:microsoft.com/office/officeart/2005/8/layout/radial6"/>
    <dgm:cxn modelId="{ACD00FC8-5719-4EA0-96A9-AE1FC6CE1CCF}" type="presParOf" srcId="{2B23B1A3-4787-483D-9029-778F0A5F82AA}" destId="{10B89237-26CD-4E0C-B637-E5C7C5F45D1C}" srcOrd="12" destOrd="0" presId="urn:microsoft.com/office/officeart/2005/8/layout/radial6"/>
    <dgm:cxn modelId="{EE528D46-E719-45AF-92AF-FCF92F764806}" type="presParOf" srcId="{2B23B1A3-4787-483D-9029-778F0A5F82AA}" destId="{107863B2-FDDC-4A04-B0A4-9256E6022F78}" srcOrd="13" destOrd="0" presId="urn:microsoft.com/office/officeart/2005/8/layout/radial6"/>
    <dgm:cxn modelId="{5D3FE2A7-E3B0-46BE-BEE4-93C23E5F075F}" type="presParOf" srcId="{2B23B1A3-4787-483D-9029-778F0A5F82AA}" destId="{CFD4FE6C-9611-4269-A333-E117E73F2A9A}" srcOrd="14" destOrd="0" presId="urn:microsoft.com/office/officeart/2005/8/layout/radial6"/>
    <dgm:cxn modelId="{3A50B376-E4BE-410C-8FC2-530A82533BFE}" type="presParOf" srcId="{2B23B1A3-4787-483D-9029-778F0A5F82AA}" destId="{9B1FC46D-B87F-4814-BDBD-1DE694918194}" srcOrd="15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1FC46D-B87F-4814-BDBD-1DE694918194}">
      <dsp:nvSpPr>
        <dsp:cNvPr id="0" name=""/>
        <dsp:cNvSpPr/>
      </dsp:nvSpPr>
      <dsp:spPr>
        <a:xfrm>
          <a:off x="2457000" y="620002"/>
          <a:ext cx="4126699" cy="4126699"/>
        </a:xfrm>
        <a:prstGeom prst="blockArc">
          <a:avLst>
            <a:gd name="adj1" fmla="val 11880000"/>
            <a:gd name="adj2" fmla="val 16200000"/>
            <a:gd name="adj3" fmla="val 4642"/>
          </a:avLst>
        </a:prstGeom>
        <a:gradFill rotWithShape="0">
          <a:gsLst>
            <a:gs pos="0">
              <a:schemeClr val="accent5">
                <a:hueOff val="20154258"/>
                <a:satOff val="-9417"/>
                <a:lumOff val="-10587"/>
                <a:alphaOff val="0"/>
                <a:tint val="98000"/>
                <a:hueMod val="94000"/>
                <a:satMod val="130000"/>
                <a:lumMod val="128000"/>
              </a:schemeClr>
            </a:gs>
            <a:gs pos="100000">
              <a:schemeClr val="accent5">
                <a:hueOff val="20154258"/>
                <a:satOff val="-9417"/>
                <a:lumOff val="-10587"/>
                <a:alphaOff val="0"/>
                <a:shade val="94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46000"/>
            </a:srgbClr>
          </a:outerShdw>
        </a:effectLst>
        <a:scene3d>
          <a:camera prst="orthographicFront">
            <a:rot lat="0" lon="0" rev="0"/>
          </a:camera>
          <a:lightRig rig="threePt" dir="t"/>
        </a:scene3d>
        <a:sp3d prstMaterial="plastic">
          <a:bevelT w="254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0B89237-26CD-4E0C-B637-E5C7C5F45D1C}">
      <dsp:nvSpPr>
        <dsp:cNvPr id="0" name=""/>
        <dsp:cNvSpPr/>
      </dsp:nvSpPr>
      <dsp:spPr>
        <a:xfrm>
          <a:off x="2457000" y="620002"/>
          <a:ext cx="4126699" cy="4126699"/>
        </a:xfrm>
        <a:prstGeom prst="blockArc">
          <a:avLst>
            <a:gd name="adj1" fmla="val 7560000"/>
            <a:gd name="adj2" fmla="val 11880000"/>
            <a:gd name="adj3" fmla="val 4642"/>
          </a:avLst>
        </a:prstGeom>
        <a:gradFill rotWithShape="0">
          <a:gsLst>
            <a:gs pos="0">
              <a:schemeClr val="accent5">
                <a:hueOff val="15115693"/>
                <a:satOff val="-7063"/>
                <a:lumOff val="-7940"/>
                <a:alphaOff val="0"/>
                <a:tint val="98000"/>
                <a:hueMod val="94000"/>
                <a:satMod val="130000"/>
                <a:lumMod val="128000"/>
              </a:schemeClr>
            </a:gs>
            <a:gs pos="100000">
              <a:schemeClr val="accent5">
                <a:hueOff val="15115693"/>
                <a:satOff val="-7063"/>
                <a:lumOff val="-7940"/>
                <a:alphaOff val="0"/>
                <a:shade val="94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46000"/>
            </a:srgbClr>
          </a:outerShdw>
        </a:effectLst>
        <a:scene3d>
          <a:camera prst="orthographicFront">
            <a:rot lat="0" lon="0" rev="0"/>
          </a:camera>
          <a:lightRig rig="threePt" dir="t"/>
        </a:scene3d>
        <a:sp3d prstMaterial="plastic">
          <a:bevelT w="254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D6A1494A-A21D-4B86-B659-B87F4402333E}">
      <dsp:nvSpPr>
        <dsp:cNvPr id="0" name=""/>
        <dsp:cNvSpPr/>
      </dsp:nvSpPr>
      <dsp:spPr>
        <a:xfrm>
          <a:off x="2457000" y="620002"/>
          <a:ext cx="4126699" cy="4126699"/>
        </a:xfrm>
        <a:prstGeom prst="blockArc">
          <a:avLst>
            <a:gd name="adj1" fmla="val 3240000"/>
            <a:gd name="adj2" fmla="val 7560000"/>
            <a:gd name="adj3" fmla="val 4642"/>
          </a:avLst>
        </a:prstGeom>
        <a:gradFill rotWithShape="0">
          <a:gsLst>
            <a:gs pos="0">
              <a:schemeClr val="accent5">
                <a:hueOff val="10077129"/>
                <a:satOff val="-4709"/>
                <a:lumOff val="-5294"/>
                <a:alphaOff val="0"/>
                <a:tint val="98000"/>
                <a:hueMod val="94000"/>
                <a:satMod val="130000"/>
                <a:lumMod val="128000"/>
              </a:schemeClr>
            </a:gs>
            <a:gs pos="100000">
              <a:schemeClr val="accent5">
                <a:hueOff val="10077129"/>
                <a:satOff val="-4709"/>
                <a:lumOff val="-5294"/>
                <a:alphaOff val="0"/>
                <a:shade val="94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46000"/>
            </a:srgbClr>
          </a:outerShdw>
        </a:effectLst>
        <a:scene3d>
          <a:camera prst="orthographicFront">
            <a:rot lat="0" lon="0" rev="0"/>
          </a:camera>
          <a:lightRig rig="threePt" dir="t"/>
        </a:scene3d>
        <a:sp3d prstMaterial="plastic">
          <a:bevelT w="254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0A3894AC-AC19-4FA6-AF85-5B6FDE29E745}">
      <dsp:nvSpPr>
        <dsp:cNvPr id="0" name=""/>
        <dsp:cNvSpPr/>
      </dsp:nvSpPr>
      <dsp:spPr>
        <a:xfrm>
          <a:off x="2457000" y="620002"/>
          <a:ext cx="4126699" cy="4126699"/>
        </a:xfrm>
        <a:prstGeom prst="blockArc">
          <a:avLst>
            <a:gd name="adj1" fmla="val 20520000"/>
            <a:gd name="adj2" fmla="val 3240000"/>
            <a:gd name="adj3" fmla="val 4642"/>
          </a:avLst>
        </a:prstGeom>
        <a:gradFill rotWithShape="0">
          <a:gsLst>
            <a:gs pos="0">
              <a:schemeClr val="accent5">
                <a:hueOff val="5038564"/>
                <a:satOff val="-2354"/>
                <a:lumOff val="-2647"/>
                <a:alphaOff val="0"/>
                <a:tint val="98000"/>
                <a:hueMod val="94000"/>
                <a:satMod val="130000"/>
                <a:lumMod val="128000"/>
              </a:schemeClr>
            </a:gs>
            <a:gs pos="100000">
              <a:schemeClr val="accent5">
                <a:hueOff val="5038564"/>
                <a:satOff val="-2354"/>
                <a:lumOff val="-2647"/>
                <a:alphaOff val="0"/>
                <a:shade val="94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46000"/>
            </a:srgbClr>
          </a:outerShdw>
        </a:effectLst>
        <a:scene3d>
          <a:camera prst="orthographicFront">
            <a:rot lat="0" lon="0" rev="0"/>
          </a:camera>
          <a:lightRig rig="threePt" dir="t"/>
        </a:scene3d>
        <a:sp3d prstMaterial="plastic">
          <a:bevelT w="254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DA329B3-29D0-4F5F-B87A-19DB3637CA87}">
      <dsp:nvSpPr>
        <dsp:cNvPr id="0" name=""/>
        <dsp:cNvSpPr/>
      </dsp:nvSpPr>
      <dsp:spPr>
        <a:xfrm>
          <a:off x="2457000" y="620002"/>
          <a:ext cx="4126699" cy="4126699"/>
        </a:xfrm>
        <a:prstGeom prst="blockArc">
          <a:avLst>
            <a:gd name="adj1" fmla="val 16200000"/>
            <a:gd name="adj2" fmla="val 20520000"/>
            <a:gd name="adj3" fmla="val 4642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hueMod val="94000"/>
                <a:satMod val="130000"/>
                <a:lumMod val="128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46000"/>
            </a:srgbClr>
          </a:outerShdw>
        </a:effectLst>
        <a:scene3d>
          <a:camera prst="orthographicFront">
            <a:rot lat="0" lon="0" rev="0"/>
          </a:camera>
          <a:lightRig rig="threePt" dir="t"/>
        </a:scene3d>
        <a:sp3d prstMaterial="plastic">
          <a:bevelT w="254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B7A2FAB6-856F-4123-873E-CF0BAFB42751}">
      <dsp:nvSpPr>
        <dsp:cNvPr id="0" name=""/>
        <dsp:cNvSpPr/>
      </dsp:nvSpPr>
      <dsp:spPr>
        <a:xfrm>
          <a:off x="3570149" y="1733151"/>
          <a:ext cx="1900401" cy="1900401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hueMod val="94000"/>
                <a:satMod val="130000"/>
                <a:lumMod val="128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46000"/>
            </a:srgbClr>
          </a:outerShdw>
        </a:effectLst>
        <a:scene3d>
          <a:camera prst="orthographicFront">
            <a:rot lat="0" lon="0" rev="0"/>
          </a:camera>
          <a:lightRig rig="threePt" dir="t"/>
        </a:scene3d>
        <a:sp3d prstMaterial="plastic">
          <a:bevelT w="254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000" kern="1200"/>
            <a:t>IPLeiria</a:t>
          </a:r>
        </a:p>
      </dsp:txBody>
      <dsp:txXfrm>
        <a:off x="3848456" y="2011458"/>
        <a:ext cx="1343787" cy="1343787"/>
      </dsp:txXfrm>
    </dsp:sp>
    <dsp:sp modelId="{32CBC2DC-9B60-4782-B8AC-9FA7FA697FEA}">
      <dsp:nvSpPr>
        <dsp:cNvPr id="0" name=""/>
        <dsp:cNvSpPr/>
      </dsp:nvSpPr>
      <dsp:spPr>
        <a:xfrm>
          <a:off x="3855210" y="2752"/>
          <a:ext cx="1330280" cy="1330280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hueMod val="94000"/>
                <a:satMod val="130000"/>
                <a:lumMod val="128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46000"/>
            </a:srgbClr>
          </a:outerShdw>
        </a:effectLst>
        <a:scene3d>
          <a:camera prst="orthographicFront">
            <a:rot lat="0" lon="0" rev="0"/>
          </a:camera>
          <a:lightRig rig="threePt" dir="t"/>
        </a:scene3d>
        <a:sp3d prstMaterial="plastic">
          <a:bevelT w="254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400" kern="1200" dirty="0"/>
            <a:t>ESECS</a:t>
          </a:r>
        </a:p>
      </dsp:txBody>
      <dsp:txXfrm>
        <a:off x="4050025" y="197567"/>
        <a:ext cx="940650" cy="940650"/>
      </dsp:txXfrm>
    </dsp:sp>
    <dsp:sp modelId="{AE7813C5-03DF-43EF-9AE6-C591E9E177E4}">
      <dsp:nvSpPr>
        <dsp:cNvPr id="0" name=""/>
        <dsp:cNvSpPr/>
      </dsp:nvSpPr>
      <dsp:spPr>
        <a:xfrm>
          <a:off x="5772026" y="1395400"/>
          <a:ext cx="1330280" cy="1330280"/>
        </a:xfrm>
        <a:prstGeom prst="ellipse">
          <a:avLst/>
        </a:prstGeom>
        <a:gradFill rotWithShape="0">
          <a:gsLst>
            <a:gs pos="0">
              <a:schemeClr val="accent5">
                <a:hueOff val="5038564"/>
                <a:satOff val="-2354"/>
                <a:lumOff val="-2647"/>
                <a:alphaOff val="0"/>
                <a:tint val="98000"/>
                <a:hueMod val="94000"/>
                <a:satMod val="130000"/>
                <a:lumMod val="128000"/>
              </a:schemeClr>
            </a:gs>
            <a:gs pos="100000">
              <a:schemeClr val="accent5">
                <a:hueOff val="5038564"/>
                <a:satOff val="-2354"/>
                <a:lumOff val="-2647"/>
                <a:alphaOff val="0"/>
                <a:shade val="94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46000"/>
            </a:srgbClr>
          </a:outerShdw>
        </a:effectLst>
        <a:scene3d>
          <a:camera prst="orthographicFront">
            <a:rot lat="0" lon="0" rev="0"/>
          </a:camera>
          <a:lightRig rig="threePt" dir="t"/>
        </a:scene3d>
        <a:sp3d prstMaterial="plastic">
          <a:bevelT w="254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400" kern="1200"/>
            <a:t>ESTG</a:t>
          </a:r>
        </a:p>
      </dsp:txBody>
      <dsp:txXfrm>
        <a:off x="5966841" y="1590215"/>
        <a:ext cx="940650" cy="940650"/>
      </dsp:txXfrm>
    </dsp:sp>
    <dsp:sp modelId="{CB9A977D-4D01-4B60-87D9-43AAE264D6F0}">
      <dsp:nvSpPr>
        <dsp:cNvPr id="0" name=""/>
        <dsp:cNvSpPr/>
      </dsp:nvSpPr>
      <dsp:spPr>
        <a:xfrm>
          <a:off x="5039867" y="3648752"/>
          <a:ext cx="1330280" cy="1330280"/>
        </a:xfrm>
        <a:prstGeom prst="ellipse">
          <a:avLst/>
        </a:prstGeom>
        <a:gradFill rotWithShape="0">
          <a:gsLst>
            <a:gs pos="0">
              <a:schemeClr val="accent5">
                <a:hueOff val="10077129"/>
                <a:satOff val="-4709"/>
                <a:lumOff val="-5294"/>
                <a:alphaOff val="0"/>
                <a:tint val="98000"/>
                <a:hueMod val="94000"/>
                <a:satMod val="130000"/>
                <a:lumMod val="128000"/>
              </a:schemeClr>
            </a:gs>
            <a:gs pos="100000">
              <a:schemeClr val="accent5">
                <a:hueOff val="10077129"/>
                <a:satOff val="-4709"/>
                <a:lumOff val="-5294"/>
                <a:alphaOff val="0"/>
                <a:shade val="94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46000"/>
            </a:srgbClr>
          </a:outerShdw>
        </a:effectLst>
        <a:scene3d>
          <a:camera prst="orthographicFront">
            <a:rot lat="0" lon="0" rev="0"/>
          </a:camera>
          <a:lightRig rig="threePt" dir="t"/>
        </a:scene3d>
        <a:sp3d prstMaterial="plastic">
          <a:bevelT w="254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400" kern="1200"/>
            <a:t>ESAD </a:t>
          </a:r>
        </a:p>
      </dsp:txBody>
      <dsp:txXfrm>
        <a:off x="5234682" y="3843567"/>
        <a:ext cx="940650" cy="940650"/>
      </dsp:txXfrm>
    </dsp:sp>
    <dsp:sp modelId="{E7F0F07A-8EE5-4234-9F6A-8A5EA147875D}">
      <dsp:nvSpPr>
        <dsp:cNvPr id="0" name=""/>
        <dsp:cNvSpPr/>
      </dsp:nvSpPr>
      <dsp:spPr>
        <a:xfrm>
          <a:off x="2670552" y="3648752"/>
          <a:ext cx="1330280" cy="1330280"/>
        </a:xfrm>
        <a:prstGeom prst="ellipse">
          <a:avLst/>
        </a:prstGeom>
        <a:gradFill rotWithShape="0">
          <a:gsLst>
            <a:gs pos="0">
              <a:schemeClr val="accent5">
                <a:hueOff val="15115693"/>
                <a:satOff val="-7063"/>
                <a:lumOff val="-7940"/>
                <a:alphaOff val="0"/>
                <a:tint val="98000"/>
                <a:hueMod val="94000"/>
                <a:satMod val="130000"/>
                <a:lumMod val="128000"/>
              </a:schemeClr>
            </a:gs>
            <a:gs pos="100000">
              <a:schemeClr val="accent5">
                <a:hueOff val="15115693"/>
                <a:satOff val="-7063"/>
                <a:lumOff val="-7940"/>
                <a:alphaOff val="0"/>
                <a:shade val="94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46000"/>
            </a:srgbClr>
          </a:outerShdw>
        </a:effectLst>
        <a:scene3d>
          <a:camera prst="orthographicFront">
            <a:rot lat="0" lon="0" rev="0"/>
          </a:camera>
          <a:lightRig rig="threePt" dir="t"/>
        </a:scene3d>
        <a:sp3d prstMaterial="plastic">
          <a:bevelT w="254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400" kern="1200"/>
            <a:t>ESTM</a:t>
          </a:r>
        </a:p>
      </dsp:txBody>
      <dsp:txXfrm>
        <a:off x="2865367" y="3843567"/>
        <a:ext cx="940650" cy="940650"/>
      </dsp:txXfrm>
    </dsp:sp>
    <dsp:sp modelId="{107863B2-FDDC-4A04-B0A4-9256E6022F78}">
      <dsp:nvSpPr>
        <dsp:cNvPr id="0" name=""/>
        <dsp:cNvSpPr/>
      </dsp:nvSpPr>
      <dsp:spPr>
        <a:xfrm>
          <a:off x="1938394" y="1395400"/>
          <a:ext cx="1330280" cy="1330280"/>
        </a:xfrm>
        <a:prstGeom prst="ellipse">
          <a:avLst/>
        </a:prstGeom>
        <a:gradFill rotWithShape="0">
          <a:gsLst>
            <a:gs pos="0">
              <a:schemeClr val="accent5">
                <a:hueOff val="20154258"/>
                <a:satOff val="-9417"/>
                <a:lumOff val="-10587"/>
                <a:alphaOff val="0"/>
                <a:tint val="98000"/>
                <a:hueMod val="94000"/>
                <a:satMod val="130000"/>
                <a:lumMod val="128000"/>
              </a:schemeClr>
            </a:gs>
            <a:gs pos="100000">
              <a:schemeClr val="accent5">
                <a:hueOff val="20154258"/>
                <a:satOff val="-9417"/>
                <a:lumOff val="-10587"/>
                <a:alphaOff val="0"/>
                <a:shade val="94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46000"/>
            </a:srgbClr>
          </a:outerShdw>
        </a:effectLst>
        <a:scene3d>
          <a:camera prst="orthographicFront">
            <a:rot lat="0" lon="0" rev="0"/>
          </a:camera>
          <a:lightRig rig="threePt" dir="t"/>
        </a:scene3d>
        <a:sp3d prstMaterial="plastic">
          <a:bevelT w="254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400" kern="1200"/>
            <a:t>ESSLe</a:t>
          </a:r>
        </a:p>
      </dsp:txBody>
      <dsp:txXfrm>
        <a:off x="2133209" y="1590215"/>
        <a:ext cx="940650" cy="9406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PT"/>
              <a:t>Clique para editar o estilo de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0F2DC-7C08-4B1C-A9FA-29C46F6F6BA2}" type="datetimeFigureOut">
              <a:rPr lang="pt-PT" smtClean="0"/>
              <a:t>30/09/2019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CA0C1-C099-43E4-9D7F-8C38EA990537}" type="slidenum">
              <a:rPr lang="pt-PT" smtClean="0"/>
              <a:t>‹nº›</a:t>
            </a:fld>
            <a:endParaRPr lang="pt-PT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1715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0F2DC-7C08-4B1C-A9FA-29C46F6F6BA2}" type="datetimeFigureOut">
              <a:rPr lang="pt-PT" smtClean="0"/>
              <a:t>30/09/2019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CA0C1-C099-43E4-9D7F-8C38EA99053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97929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0F2DC-7C08-4B1C-A9FA-29C46F6F6BA2}" type="datetimeFigureOut">
              <a:rPr lang="pt-PT" smtClean="0"/>
              <a:t>30/09/2019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CA0C1-C099-43E4-9D7F-8C38EA99053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05410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0F2DC-7C08-4B1C-A9FA-29C46F6F6BA2}" type="datetimeFigureOut">
              <a:rPr lang="pt-PT" smtClean="0"/>
              <a:t>30/09/2019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CA0C1-C099-43E4-9D7F-8C38EA99053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68784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0F2DC-7C08-4B1C-A9FA-29C46F6F6BA2}" type="datetimeFigureOut">
              <a:rPr lang="pt-PT" smtClean="0"/>
              <a:t>30/09/2019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CA0C1-C099-43E4-9D7F-8C38EA99053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44975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0F2DC-7C08-4B1C-A9FA-29C46F6F6BA2}" type="datetimeFigureOut">
              <a:rPr lang="pt-PT" smtClean="0"/>
              <a:t>30/09/2019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CA0C1-C099-43E4-9D7F-8C38EA99053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05782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0F2DC-7C08-4B1C-A9FA-29C46F6F6BA2}" type="datetimeFigureOut">
              <a:rPr lang="pt-PT" smtClean="0"/>
              <a:t>30/09/2019</a:t>
            </a:fld>
            <a:endParaRPr lang="pt-P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CA0C1-C099-43E4-9D7F-8C38EA99053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42652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0F2DC-7C08-4B1C-A9FA-29C46F6F6BA2}" type="datetimeFigureOut">
              <a:rPr lang="pt-PT" smtClean="0"/>
              <a:t>30/09/2019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CA0C1-C099-43E4-9D7F-8C38EA99053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53784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0F2DC-7C08-4B1C-A9FA-29C46F6F6BA2}" type="datetimeFigureOut">
              <a:rPr lang="pt-PT" smtClean="0"/>
              <a:t>30/09/2019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CA0C1-C099-43E4-9D7F-8C38EA99053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18889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grafia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0F2DC-7C08-4B1C-A9FA-29C46F6F6BA2}" type="datetimeFigureOut">
              <a:rPr lang="pt-PT" smtClean="0"/>
              <a:t>30/09/2019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CA0C1-C099-43E4-9D7F-8C38EA99053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70145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0F2DC-7C08-4B1C-A9FA-29C46F6F6BA2}" type="datetimeFigureOut">
              <a:rPr lang="pt-PT" smtClean="0"/>
              <a:t>30/09/2019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CA0C1-C099-43E4-9D7F-8C38EA99053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121484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0F2DC-7C08-4B1C-A9FA-29C46F6F6BA2}" type="datetimeFigureOut">
              <a:rPr lang="pt-PT" smtClean="0"/>
              <a:t>30/09/2019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CA0C1-C099-43E4-9D7F-8C38EA990537}" type="slidenum">
              <a:rPr lang="pt-PT" smtClean="0"/>
              <a:t>‹nº›</a:t>
            </a:fld>
            <a:endParaRPr lang="pt-PT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249369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0F2DC-7C08-4B1C-A9FA-29C46F6F6BA2}" type="datetimeFigureOut">
              <a:rPr lang="pt-PT" smtClean="0"/>
              <a:t>30/09/2019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CA0C1-C099-43E4-9D7F-8C38EA99053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311467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 com 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PT"/>
              <a:t>Editar os estilos de texto do Modelo Global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0F2DC-7C08-4B1C-A9FA-29C46F6F6BA2}" type="datetimeFigureOut">
              <a:rPr lang="pt-PT" smtClean="0"/>
              <a:t>30/09/2019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CA0C1-C099-43E4-9D7F-8C38EA990537}" type="slidenum">
              <a:rPr lang="pt-PT" smtClean="0"/>
              <a:t>‹nº›</a:t>
            </a:fld>
            <a:endParaRPr lang="pt-PT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757862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PT"/>
              <a:t>Editar os estilos de texto do Modelo Global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0F2DC-7C08-4B1C-A9FA-29C46F6F6BA2}" type="datetimeFigureOut">
              <a:rPr lang="pt-PT" smtClean="0"/>
              <a:t>30/09/2019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CA0C1-C099-43E4-9D7F-8C38EA99053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801423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0F2DC-7C08-4B1C-A9FA-29C46F6F6BA2}" type="datetimeFigureOut">
              <a:rPr lang="pt-PT" smtClean="0"/>
              <a:t>30/09/2019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CA0C1-C099-43E4-9D7F-8C38EA99053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726711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0F2DC-7C08-4B1C-A9FA-29C46F6F6BA2}" type="datetimeFigureOut">
              <a:rPr lang="pt-PT" smtClean="0"/>
              <a:t>30/09/2019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CA0C1-C099-43E4-9D7F-8C38EA99053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90574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8D50F2DC-7C08-4B1C-A9FA-29C46F6F6BA2}" type="datetimeFigureOut">
              <a:rPr lang="pt-PT" smtClean="0"/>
              <a:t>30/09/2019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1FDCA0C1-C099-43E4-9D7F-8C38EA99053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957753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10517E49-6677-4440-AF95-225A7CBA59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945215">
            <a:off x="2363126" y="1465504"/>
            <a:ext cx="9036681" cy="3561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999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FF3C7D-FA36-4EAB-A063-19604C940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345638"/>
            <a:ext cx="8534400" cy="1507067"/>
          </a:xfrm>
        </p:spPr>
        <p:txBody>
          <a:bodyPr/>
          <a:lstStyle/>
          <a:p>
            <a:r>
              <a:rPr lang="pt-PT" dirty="0"/>
              <a:t>Escolas Superiores do Instituto</a:t>
            </a:r>
          </a:p>
        </p:txBody>
      </p:sp>
      <p:graphicFrame>
        <p:nvGraphicFramePr>
          <p:cNvPr id="4" name="Marcador de Posição de Conteúdo 3">
            <a:extLst>
              <a:ext uri="{FF2B5EF4-FFF2-40B4-BE49-F238E27FC236}">
                <a16:creationId xmlns:a16="http://schemas.microsoft.com/office/drawing/2014/main" id="{C0C8E712-9932-4BAE-8263-4D06B470F9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5148520"/>
              </p:ext>
            </p:extLst>
          </p:nvPr>
        </p:nvGraphicFramePr>
        <p:xfrm>
          <a:off x="684212" y="1495314"/>
          <a:ext cx="9040701" cy="50170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6054572"/>
      </p:ext>
    </p:extLst>
  </p:cSld>
  <p:clrMapOvr>
    <a:masterClrMapping/>
  </p:clrMapOvr>
</p:sld>
</file>

<file path=ppt/theme/theme1.xml><?xml version="1.0" encoding="utf-8"?>
<a:theme xmlns:a="http://schemas.openxmlformats.org/drawingml/2006/main" name="Tema_PseudoSector">
  <a:themeElements>
    <a:clrScheme name="Setor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etor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tor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_PseudoSector" id="{AD863829-0A33-452B-A206-794CC93277C0}" vid="{E474D65B-7996-48C8-9794-3BF545EFC4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Ficha01FcAp-Ex2_Tema_PseudoSector</Template>
  <TotalTime>13</TotalTime>
  <Words>10</Words>
  <Application>Microsoft Office PowerPoint</Application>
  <PresentationFormat>Ecrã Panorâmico</PresentationFormat>
  <Paragraphs>7</Paragraphs>
  <Slides>2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2</vt:i4>
      </vt:variant>
    </vt:vector>
  </HeadingPairs>
  <TitlesOfParts>
    <vt:vector size="5" baseType="lpstr">
      <vt:lpstr>Century Gothic</vt:lpstr>
      <vt:lpstr>Wingdings 3</vt:lpstr>
      <vt:lpstr>Tema_PseudoSector</vt:lpstr>
      <vt:lpstr>Apresentação do PowerPoint</vt:lpstr>
      <vt:lpstr>Escolas Superiores do Instituto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Vìtor Hugo Rodrigues Antunes</dc:creator>
  <cp:lastModifiedBy>Vìtor Hugo Rodrigues Antunes</cp:lastModifiedBy>
  <cp:revision>2</cp:revision>
  <dcterms:created xsi:type="dcterms:W3CDTF">2019-09-30T21:29:59Z</dcterms:created>
  <dcterms:modified xsi:type="dcterms:W3CDTF">2019-09-30T21:43:13Z</dcterms:modified>
</cp:coreProperties>
</file>