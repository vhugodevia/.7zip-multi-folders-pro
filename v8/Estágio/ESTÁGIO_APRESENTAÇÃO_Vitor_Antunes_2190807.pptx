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0"/>
  </p:notesMasterIdLst>
  <p:sldIdLst>
    <p:sldId id="256" r:id="rId5"/>
    <p:sldId id="264" r:id="rId6"/>
    <p:sldId id="258" r:id="rId7"/>
    <p:sldId id="276" r:id="rId8"/>
    <p:sldId id="273" r:id="rId9"/>
    <p:sldId id="259" r:id="rId10"/>
    <p:sldId id="260" r:id="rId11"/>
    <p:sldId id="295" r:id="rId12"/>
    <p:sldId id="263" r:id="rId13"/>
    <p:sldId id="262" r:id="rId14"/>
    <p:sldId id="288" r:id="rId15"/>
    <p:sldId id="289" r:id="rId16"/>
    <p:sldId id="291" r:id="rId17"/>
    <p:sldId id="294" r:id="rId18"/>
    <p:sldId id="28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ção" id="{CF2ECA32-6D46-4B05-BA43-37201F4D6186}">
          <p14:sldIdLst>
            <p14:sldId id="256"/>
            <p14:sldId id="264"/>
            <p14:sldId id="258"/>
            <p14:sldId id="276"/>
          </p14:sldIdLst>
        </p14:section>
        <p14:section name="Não assentes em conceitos" id="{2657E74A-64F8-4814-AA17-64E996F925DA}">
          <p14:sldIdLst>
            <p14:sldId id="273"/>
            <p14:sldId id="259"/>
            <p14:sldId id="260"/>
            <p14:sldId id="295"/>
            <p14:sldId id="263"/>
            <p14:sldId id="262"/>
            <p14:sldId id="288"/>
            <p14:sldId id="289"/>
            <p14:sldId id="291"/>
            <p14:sldId id="294"/>
          </p14:sldIdLst>
        </p14:section>
        <p14:section name="Assentes em conceitos" id="{F2F0BB21-4587-4BA0-984D-94A5C945B800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ìtor Hugo Rodrigues Antunes" initials="VHRA" lastIdx="1" clrIdx="0">
    <p:extLst>
      <p:ext uri="{19B8F6BF-5375-455C-9EA6-DF929625EA0E}">
        <p15:presenceInfo xmlns:p15="http://schemas.microsoft.com/office/powerpoint/2012/main" userId="Vìtor Hugo Rodrigues Antune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28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A8E599-227F-4AFA-A852-669FA431523E}" v="292" dt="2022-10-10T20:29:13.1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52" autoAdjust="0"/>
    <p:restoredTop sz="84296" autoAdjust="0"/>
  </p:normalViewPr>
  <p:slideViewPr>
    <p:cSldViewPr snapToGrid="0">
      <p:cViewPr varScale="1">
        <p:scale>
          <a:sx n="72" d="100"/>
          <a:sy n="72" d="100"/>
        </p:scale>
        <p:origin x="93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ìtor Hugo Rodrigues Antunes" userId="add77f8a-40ec-4997-ab85-3f9658298496" providerId="ADAL" clId="{02A8E599-227F-4AFA-A852-669FA431523E}"/>
    <pc:docChg chg="undo redo custSel delSld modSld modSection">
      <pc:chgData name="Vìtor Hugo Rodrigues Antunes" userId="add77f8a-40ec-4997-ab85-3f9658298496" providerId="ADAL" clId="{02A8E599-227F-4AFA-A852-669FA431523E}" dt="2022-10-11T22:50:52.311" v="1174" actId="404"/>
      <pc:docMkLst>
        <pc:docMk/>
      </pc:docMkLst>
      <pc:sldChg chg="modSp mod">
        <pc:chgData name="Vìtor Hugo Rodrigues Antunes" userId="add77f8a-40ec-4997-ab85-3f9658298496" providerId="ADAL" clId="{02A8E599-227F-4AFA-A852-669FA431523E}" dt="2022-10-11T22:50:52.311" v="1174" actId="404"/>
        <pc:sldMkLst>
          <pc:docMk/>
          <pc:sldMk cId="1935780283" sldId="256"/>
        </pc:sldMkLst>
        <pc:spChg chg="mod">
          <ac:chgData name="Vìtor Hugo Rodrigues Antunes" userId="add77f8a-40ec-4997-ab85-3f9658298496" providerId="ADAL" clId="{02A8E599-227F-4AFA-A852-669FA431523E}" dt="2022-07-27T01:00:57.744" v="7" actId="20577"/>
          <ac:spMkLst>
            <pc:docMk/>
            <pc:sldMk cId="1935780283" sldId="256"/>
            <ac:spMk id="2" creationId="{92DD27ED-A162-4578-A630-3FB87F5564C8}"/>
          </ac:spMkLst>
        </pc:spChg>
        <pc:spChg chg="mod">
          <ac:chgData name="Vìtor Hugo Rodrigues Antunes" userId="add77f8a-40ec-4997-ab85-3f9658298496" providerId="ADAL" clId="{02A8E599-227F-4AFA-A852-669FA431523E}" dt="2022-10-11T22:50:52.311" v="1174" actId="404"/>
          <ac:spMkLst>
            <pc:docMk/>
            <pc:sldMk cId="1935780283" sldId="256"/>
            <ac:spMk id="3" creationId="{72C735A3-7020-44F6-A586-57A9C543CBAA}"/>
          </ac:spMkLst>
        </pc:spChg>
        <pc:spChg chg="mod">
          <ac:chgData name="Vìtor Hugo Rodrigues Antunes" userId="add77f8a-40ec-4997-ab85-3f9658298496" providerId="ADAL" clId="{02A8E599-227F-4AFA-A852-669FA431523E}" dt="2022-07-27T01:03:07.311" v="63" actId="404"/>
          <ac:spMkLst>
            <pc:docMk/>
            <pc:sldMk cId="1935780283" sldId="256"/>
            <ac:spMk id="9" creationId="{5C3C9BB6-57F3-4B7D-9457-B7F7322B5BE1}"/>
          </ac:spMkLst>
        </pc:spChg>
      </pc:sldChg>
      <pc:sldChg chg="modSp mod modAnim modNotesTx">
        <pc:chgData name="Vìtor Hugo Rodrigues Antunes" userId="add77f8a-40ec-4997-ab85-3f9658298496" providerId="ADAL" clId="{02A8E599-227F-4AFA-A852-669FA431523E}" dt="2022-10-10T20:24:22.035" v="902" actId="6549"/>
        <pc:sldMkLst>
          <pc:docMk/>
          <pc:sldMk cId="740995732" sldId="257"/>
        </pc:sldMkLst>
        <pc:spChg chg="mod">
          <ac:chgData name="Vìtor Hugo Rodrigues Antunes" userId="add77f8a-40ec-4997-ab85-3f9658298496" providerId="ADAL" clId="{02A8E599-227F-4AFA-A852-669FA431523E}" dt="2022-10-06T23:53:42.085" v="524" actId="14100"/>
          <ac:spMkLst>
            <pc:docMk/>
            <pc:sldMk cId="740995732" sldId="257"/>
            <ac:spMk id="2" creationId="{166F1680-DACD-42C6-9D43-9EC6674C8F0A}"/>
          </ac:spMkLst>
        </pc:spChg>
        <pc:spChg chg="mod">
          <ac:chgData name="Vìtor Hugo Rodrigues Antunes" userId="add77f8a-40ec-4997-ab85-3f9658298496" providerId="ADAL" clId="{02A8E599-227F-4AFA-A852-669FA431523E}" dt="2022-10-06T23:53:18.485" v="522"/>
          <ac:spMkLst>
            <pc:docMk/>
            <pc:sldMk cId="740995732" sldId="257"/>
            <ac:spMk id="3" creationId="{8D7B3E07-5E35-4891-8977-3ADADD1F261C}"/>
          </ac:spMkLst>
        </pc:spChg>
        <pc:spChg chg="mod">
          <ac:chgData name="Vìtor Hugo Rodrigues Antunes" userId="add77f8a-40ec-4997-ab85-3f9658298496" providerId="ADAL" clId="{02A8E599-227F-4AFA-A852-669FA431523E}" dt="2022-10-06T23:54:09.414" v="533" actId="20577"/>
          <ac:spMkLst>
            <pc:docMk/>
            <pc:sldMk cId="740995732" sldId="257"/>
            <ac:spMk id="4" creationId="{08B699D4-3805-429A-8653-2155675C5176}"/>
          </ac:spMkLst>
        </pc:spChg>
      </pc:sldChg>
      <pc:sldChg chg="modSp mod">
        <pc:chgData name="Vìtor Hugo Rodrigues Antunes" userId="add77f8a-40ec-4997-ab85-3f9658298496" providerId="ADAL" clId="{02A8E599-227F-4AFA-A852-669FA431523E}" dt="2022-10-10T20:32:56.618" v="1161" actId="1076"/>
        <pc:sldMkLst>
          <pc:docMk/>
          <pc:sldMk cId="3003917276" sldId="258"/>
        </pc:sldMkLst>
        <pc:spChg chg="mod">
          <ac:chgData name="Vìtor Hugo Rodrigues Antunes" userId="add77f8a-40ec-4997-ab85-3f9658298496" providerId="ADAL" clId="{02A8E599-227F-4AFA-A852-669FA431523E}" dt="2022-10-10T20:32:56.618" v="1161" actId="1076"/>
          <ac:spMkLst>
            <pc:docMk/>
            <pc:sldMk cId="3003917276" sldId="258"/>
            <ac:spMk id="2" creationId="{92DD27ED-A162-4578-A630-3FB87F5564C8}"/>
          </ac:spMkLst>
        </pc:spChg>
      </pc:sldChg>
      <pc:sldChg chg="modSp mod modAnim">
        <pc:chgData name="Vìtor Hugo Rodrigues Antunes" userId="add77f8a-40ec-4997-ab85-3f9658298496" providerId="ADAL" clId="{02A8E599-227F-4AFA-A852-669FA431523E}" dt="2022-10-06T23:59:33.657" v="640" actId="27636"/>
        <pc:sldMkLst>
          <pc:docMk/>
          <pc:sldMk cId="1382593589" sldId="260"/>
        </pc:sldMkLst>
        <pc:spChg chg="mod">
          <ac:chgData name="Vìtor Hugo Rodrigues Antunes" userId="add77f8a-40ec-4997-ab85-3f9658298496" providerId="ADAL" clId="{02A8E599-227F-4AFA-A852-669FA431523E}" dt="2022-10-06T23:57:55.924" v="620" actId="1076"/>
          <ac:spMkLst>
            <pc:docMk/>
            <pc:sldMk cId="1382593589" sldId="260"/>
            <ac:spMk id="2" creationId="{71A65E47-5EF1-4FAA-9886-03BD52B50E87}"/>
          </ac:spMkLst>
        </pc:spChg>
        <pc:spChg chg="mod">
          <ac:chgData name="Vìtor Hugo Rodrigues Antunes" userId="add77f8a-40ec-4997-ab85-3f9658298496" providerId="ADAL" clId="{02A8E599-227F-4AFA-A852-669FA431523E}" dt="2022-10-06T23:59:33.657" v="640" actId="27636"/>
          <ac:spMkLst>
            <pc:docMk/>
            <pc:sldMk cId="1382593589" sldId="260"/>
            <ac:spMk id="3" creationId="{9895810E-061B-42D4-B59F-DE821D51D0AF}"/>
          </ac:spMkLst>
        </pc:spChg>
        <pc:spChg chg="mod">
          <ac:chgData name="Vìtor Hugo Rodrigues Antunes" userId="add77f8a-40ec-4997-ab85-3f9658298496" providerId="ADAL" clId="{02A8E599-227F-4AFA-A852-669FA431523E}" dt="2022-10-06T23:57:51.323" v="619" actId="20577"/>
          <ac:spMkLst>
            <pc:docMk/>
            <pc:sldMk cId="1382593589" sldId="260"/>
            <ac:spMk id="4" creationId="{B8D954D4-47C9-48E3-8370-E8E8B1CB7612}"/>
          </ac:spMkLst>
        </pc:spChg>
      </pc:sldChg>
      <pc:sldChg chg="modSp mod modAnim">
        <pc:chgData name="Vìtor Hugo Rodrigues Antunes" userId="add77f8a-40ec-4997-ab85-3f9658298496" providerId="ADAL" clId="{02A8E599-227F-4AFA-A852-669FA431523E}" dt="2022-10-07T00:05:29.818" v="699" actId="27636"/>
        <pc:sldMkLst>
          <pc:docMk/>
          <pc:sldMk cId="4037738134" sldId="262"/>
        </pc:sldMkLst>
        <pc:spChg chg="mod">
          <ac:chgData name="Vìtor Hugo Rodrigues Antunes" userId="add77f8a-40ec-4997-ab85-3f9658298496" providerId="ADAL" clId="{02A8E599-227F-4AFA-A852-669FA431523E}" dt="2022-10-07T00:05:03.367" v="691" actId="1076"/>
          <ac:spMkLst>
            <pc:docMk/>
            <pc:sldMk cId="4037738134" sldId="262"/>
            <ac:spMk id="2" creationId="{71A65E47-5EF1-4FAA-9886-03BD52B50E87}"/>
          </ac:spMkLst>
        </pc:spChg>
        <pc:spChg chg="mod">
          <ac:chgData name="Vìtor Hugo Rodrigues Antunes" userId="add77f8a-40ec-4997-ab85-3f9658298496" providerId="ADAL" clId="{02A8E599-227F-4AFA-A852-669FA431523E}" dt="2022-10-07T00:05:29.818" v="699" actId="27636"/>
          <ac:spMkLst>
            <pc:docMk/>
            <pc:sldMk cId="4037738134" sldId="262"/>
            <ac:spMk id="3" creationId="{9895810E-061B-42D4-B59F-DE821D51D0AF}"/>
          </ac:spMkLst>
        </pc:spChg>
        <pc:spChg chg="mod">
          <ac:chgData name="Vìtor Hugo Rodrigues Antunes" userId="add77f8a-40ec-4997-ab85-3f9658298496" providerId="ADAL" clId="{02A8E599-227F-4AFA-A852-669FA431523E}" dt="2022-10-07T00:04:59.164" v="690" actId="6549"/>
          <ac:spMkLst>
            <pc:docMk/>
            <pc:sldMk cId="4037738134" sldId="262"/>
            <ac:spMk id="4" creationId="{B8D954D4-47C9-48E3-8370-E8E8B1CB7612}"/>
          </ac:spMkLst>
        </pc:spChg>
      </pc:sldChg>
      <pc:sldChg chg="addSp delSp modSp mod delAnim">
        <pc:chgData name="Vìtor Hugo Rodrigues Antunes" userId="add77f8a-40ec-4997-ab85-3f9658298496" providerId="ADAL" clId="{02A8E599-227F-4AFA-A852-669FA431523E}" dt="2022-10-07T00:02:25.569" v="663" actId="1076"/>
        <pc:sldMkLst>
          <pc:docMk/>
          <pc:sldMk cId="1350169986" sldId="263"/>
        </pc:sldMkLst>
        <pc:spChg chg="mod">
          <ac:chgData name="Vìtor Hugo Rodrigues Antunes" userId="add77f8a-40ec-4997-ab85-3f9658298496" providerId="ADAL" clId="{02A8E599-227F-4AFA-A852-669FA431523E}" dt="2022-10-07T00:00:12.981" v="645"/>
          <ac:spMkLst>
            <pc:docMk/>
            <pc:sldMk cId="1350169986" sldId="263"/>
            <ac:spMk id="2" creationId="{C9744020-CAC1-4172-BFDE-4D507818CF61}"/>
          </ac:spMkLst>
        </pc:spChg>
        <pc:spChg chg="add del mod">
          <ac:chgData name="Vìtor Hugo Rodrigues Antunes" userId="add77f8a-40ec-4997-ab85-3f9658298496" providerId="ADAL" clId="{02A8E599-227F-4AFA-A852-669FA431523E}" dt="2022-10-07T00:02:06.116" v="659"/>
          <ac:spMkLst>
            <pc:docMk/>
            <pc:sldMk cId="1350169986" sldId="263"/>
            <ac:spMk id="3" creationId="{52319727-73F9-85F2-AC30-544630717EBD}"/>
          </ac:spMkLst>
        </pc:spChg>
        <pc:spChg chg="add mod">
          <ac:chgData name="Vìtor Hugo Rodrigues Antunes" userId="add77f8a-40ec-4997-ab85-3f9658298496" providerId="ADAL" clId="{02A8E599-227F-4AFA-A852-669FA431523E}" dt="2022-10-07T00:02:25.569" v="663" actId="1076"/>
          <ac:spMkLst>
            <pc:docMk/>
            <pc:sldMk cId="1350169986" sldId="263"/>
            <ac:spMk id="4" creationId="{7C01E383-5815-AF2D-02F0-2DAC869814F0}"/>
          </ac:spMkLst>
        </pc:spChg>
        <pc:spChg chg="del mod">
          <ac:chgData name="Vìtor Hugo Rodrigues Antunes" userId="add77f8a-40ec-4997-ab85-3f9658298496" providerId="ADAL" clId="{02A8E599-227F-4AFA-A852-669FA431523E}" dt="2022-10-07T00:01:15.948" v="648" actId="478"/>
          <ac:spMkLst>
            <pc:docMk/>
            <pc:sldMk cId="1350169986" sldId="263"/>
            <ac:spMk id="12" creationId="{E20DE290-6412-45AA-91FC-5782CAC89E7C}"/>
          </ac:spMkLst>
        </pc:spChg>
        <pc:spChg chg="mod">
          <ac:chgData name="Vìtor Hugo Rodrigues Antunes" userId="add77f8a-40ec-4997-ab85-3f9658298496" providerId="ADAL" clId="{02A8E599-227F-4AFA-A852-669FA431523E}" dt="2022-10-07T00:01:34.008" v="656" actId="1076"/>
          <ac:spMkLst>
            <pc:docMk/>
            <pc:sldMk cId="1350169986" sldId="263"/>
            <ac:spMk id="17" creationId="{EC5C20C5-C45E-44A8-979C-35D9E8B3A302}"/>
          </ac:spMkLst>
        </pc:spChg>
        <pc:graphicFrameChg chg="del">
          <ac:chgData name="Vìtor Hugo Rodrigues Antunes" userId="add77f8a-40ec-4997-ab85-3f9658298496" providerId="ADAL" clId="{02A8E599-227F-4AFA-A852-669FA431523E}" dt="2022-10-07T00:00:35.781" v="646" actId="478"/>
          <ac:graphicFrameMkLst>
            <pc:docMk/>
            <pc:sldMk cId="1350169986" sldId="263"/>
            <ac:graphicFrameMk id="11" creationId="{7C1802CE-27F9-4B12-A131-2C587B1DE04D}"/>
          </ac:graphicFrameMkLst>
        </pc:graphicFrameChg>
        <pc:cxnChg chg="del">
          <ac:chgData name="Vìtor Hugo Rodrigues Antunes" userId="add77f8a-40ec-4997-ab85-3f9658298496" providerId="ADAL" clId="{02A8E599-227F-4AFA-A852-669FA431523E}" dt="2022-10-07T00:01:16.852" v="649" actId="478"/>
          <ac:cxnSpMkLst>
            <pc:docMk/>
            <pc:sldMk cId="1350169986" sldId="263"/>
            <ac:cxnSpMk id="14" creationId="{530E9BBA-C17B-4702-A7E7-8123AD8C2285}"/>
          </ac:cxnSpMkLst>
        </pc:cxnChg>
      </pc:sldChg>
      <pc:sldChg chg="modSp mod">
        <pc:chgData name="Vìtor Hugo Rodrigues Antunes" userId="add77f8a-40ec-4997-ab85-3f9658298496" providerId="ADAL" clId="{02A8E599-227F-4AFA-A852-669FA431523E}" dt="2022-07-27T01:30:40.200" v="166" actId="20577"/>
        <pc:sldMkLst>
          <pc:docMk/>
          <pc:sldMk cId="1895996159" sldId="264"/>
        </pc:sldMkLst>
        <pc:spChg chg="mod">
          <ac:chgData name="Vìtor Hugo Rodrigues Antunes" userId="add77f8a-40ec-4997-ab85-3f9658298496" providerId="ADAL" clId="{02A8E599-227F-4AFA-A852-669FA431523E}" dt="2022-07-27T01:30:40.200" v="166" actId="20577"/>
          <ac:spMkLst>
            <pc:docMk/>
            <pc:sldMk cId="1895996159" sldId="264"/>
            <ac:spMk id="4" creationId="{41746D38-2A86-4BD8-B2A9-83BE1FEC40FE}"/>
          </ac:spMkLst>
        </pc:spChg>
      </pc:sldChg>
      <pc:sldChg chg="del">
        <pc:chgData name="Vìtor Hugo Rodrigues Antunes" userId="add77f8a-40ec-4997-ab85-3f9658298496" providerId="ADAL" clId="{02A8E599-227F-4AFA-A852-669FA431523E}" dt="2022-10-07T00:13:41.255" v="871" actId="47"/>
        <pc:sldMkLst>
          <pc:docMk/>
          <pc:sldMk cId="1811662659" sldId="265"/>
        </pc:sldMkLst>
      </pc:sldChg>
      <pc:sldChg chg="del">
        <pc:chgData name="Vìtor Hugo Rodrigues Antunes" userId="add77f8a-40ec-4997-ab85-3f9658298496" providerId="ADAL" clId="{02A8E599-227F-4AFA-A852-669FA431523E}" dt="2022-10-07T00:13:39.886" v="870" actId="47"/>
        <pc:sldMkLst>
          <pc:docMk/>
          <pc:sldMk cId="2947211383" sldId="266"/>
        </pc:sldMkLst>
      </pc:sldChg>
      <pc:sldChg chg="del">
        <pc:chgData name="Vìtor Hugo Rodrigues Antunes" userId="add77f8a-40ec-4997-ab85-3f9658298496" providerId="ADAL" clId="{02A8E599-227F-4AFA-A852-669FA431523E}" dt="2022-10-07T00:13:30.469" v="861" actId="47"/>
        <pc:sldMkLst>
          <pc:docMk/>
          <pc:sldMk cId="3516324737" sldId="267"/>
        </pc:sldMkLst>
      </pc:sldChg>
      <pc:sldChg chg="del">
        <pc:chgData name="Vìtor Hugo Rodrigues Antunes" userId="add77f8a-40ec-4997-ab85-3f9658298496" providerId="ADAL" clId="{02A8E599-227F-4AFA-A852-669FA431523E}" dt="2022-10-07T00:13:35.673" v="867" actId="47"/>
        <pc:sldMkLst>
          <pc:docMk/>
          <pc:sldMk cId="3143221924" sldId="268"/>
        </pc:sldMkLst>
      </pc:sldChg>
      <pc:sldChg chg="del">
        <pc:chgData name="Vìtor Hugo Rodrigues Antunes" userId="add77f8a-40ec-4997-ab85-3f9658298496" providerId="ADAL" clId="{02A8E599-227F-4AFA-A852-669FA431523E}" dt="2022-10-07T00:13:34.980" v="866" actId="47"/>
        <pc:sldMkLst>
          <pc:docMk/>
          <pc:sldMk cId="3804697509" sldId="269"/>
        </pc:sldMkLst>
      </pc:sldChg>
      <pc:sldChg chg="del">
        <pc:chgData name="Vìtor Hugo Rodrigues Antunes" userId="add77f8a-40ec-4997-ab85-3f9658298496" providerId="ADAL" clId="{02A8E599-227F-4AFA-A852-669FA431523E}" dt="2022-10-07T00:13:37.160" v="869" actId="47"/>
        <pc:sldMkLst>
          <pc:docMk/>
          <pc:sldMk cId="745079375" sldId="271"/>
        </pc:sldMkLst>
      </pc:sldChg>
      <pc:sldChg chg="del">
        <pc:chgData name="Vìtor Hugo Rodrigues Antunes" userId="add77f8a-40ec-4997-ab85-3f9658298496" providerId="ADAL" clId="{02A8E599-227F-4AFA-A852-669FA431523E}" dt="2022-10-07T00:13:42.213" v="872" actId="47"/>
        <pc:sldMkLst>
          <pc:docMk/>
          <pc:sldMk cId="1284660560" sldId="272"/>
        </pc:sldMkLst>
      </pc:sldChg>
      <pc:sldChg chg="modSp mod">
        <pc:chgData name="Vìtor Hugo Rodrigues Antunes" userId="add77f8a-40ec-4997-ab85-3f9658298496" providerId="ADAL" clId="{02A8E599-227F-4AFA-A852-669FA431523E}" dt="2022-10-06T23:56:53.172" v="596"/>
        <pc:sldMkLst>
          <pc:docMk/>
          <pc:sldMk cId="1301916925" sldId="273"/>
        </pc:sldMkLst>
        <pc:spChg chg="mod">
          <ac:chgData name="Vìtor Hugo Rodrigues Antunes" userId="add77f8a-40ec-4997-ab85-3f9658298496" providerId="ADAL" clId="{02A8E599-227F-4AFA-A852-669FA431523E}" dt="2022-10-06T23:56:35.650" v="595"/>
          <ac:spMkLst>
            <pc:docMk/>
            <pc:sldMk cId="1301916925" sldId="273"/>
            <ac:spMk id="2" creationId="{AE55EC89-15C8-4486-BDFE-0197E89321E7}"/>
          </ac:spMkLst>
        </pc:spChg>
        <pc:spChg chg="mod">
          <ac:chgData name="Vìtor Hugo Rodrigues Antunes" userId="add77f8a-40ec-4997-ab85-3f9658298496" providerId="ADAL" clId="{02A8E599-227F-4AFA-A852-669FA431523E}" dt="2022-10-06T23:56:53.172" v="596"/>
          <ac:spMkLst>
            <pc:docMk/>
            <pc:sldMk cId="1301916925" sldId="273"/>
            <ac:spMk id="3" creationId="{CFECE84A-942C-40B0-BB3A-C1AF847AEF75}"/>
          </ac:spMkLst>
        </pc:spChg>
      </pc:sldChg>
      <pc:sldChg chg="modSp mod modAnim modNotesTx">
        <pc:chgData name="Vìtor Hugo Rodrigues Antunes" userId="add77f8a-40ec-4997-ab85-3f9658298496" providerId="ADAL" clId="{02A8E599-227F-4AFA-A852-669FA431523E}" dt="2022-10-10T20:22:41.917" v="896" actId="20577"/>
        <pc:sldMkLst>
          <pc:docMk/>
          <pc:sldMk cId="2732872914" sldId="276"/>
        </pc:sldMkLst>
        <pc:spChg chg="mod">
          <ac:chgData name="Vìtor Hugo Rodrigues Antunes" userId="add77f8a-40ec-4997-ab85-3f9658298496" providerId="ADAL" clId="{02A8E599-227F-4AFA-A852-669FA431523E}" dt="2022-10-06T23:55:02.536" v="546" actId="20577"/>
          <ac:spMkLst>
            <pc:docMk/>
            <pc:sldMk cId="2732872914" sldId="276"/>
            <ac:spMk id="2" creationId="{166F1680-DACD-42C6-9D43-9EC6674C8F0A}"/>
          </ac:spMkLst>
        </pc:spChg>
        <pc:spChg chg="mod">
          <ac:chgData name="Vìtor Hugo Rodrigues Antunes" userId="add77f8a-40ec-4997-ab85-3f9658298496" providerId="ADAL" clId="{02A8E599-227F-4AFA-A852-669FA431523E}" dt="2022-10-10T20:22:41.917" v="896" actId="20577"/>
          <ac:spMkLst>
            <pc:docMk/>
            <pc:sldMk cId="2732872914" sldId="276"/>
            <ac:spMk id="3" creationId="{8D7B3E07-5E35-4891-8977-3ADADD1F261C}"/>
          </ac:spMkLst>
        </pc:spChg>
        <pc:spChg chg="mod">
          <ac:chgData name="Vìtor Hugo Rodrigues Antunes" userId="add77f8a-40ec-4997-ab85-3f9658298496" providerId="ADAL" clId="{02A8E599-227F-4AFA-A852-669FA431523E}" dt="2022-10-06T23:55:16.530" v="566" actId="20577"/>
          <ac:spMkLst>
            <pc:docMk/>
            <pc:sldMk cId="2732872914" sldId="276"/>
            <ac:spMk id="6" creationId="{079998A4-5E72-4025-B9A9-2064CB78CF5A}"/>
          </ac:spMkLst>
        </pc:spChg>
      </pc:sldChg>
      <pc:sldChg chg="addSp delSp modSp mod modAnim">
        <pc:chgData name="Vìtor Hugo Rodrigues Antunes" userId="add77f8a-40ec-4997-ab85-3f9658298496" providerId="ADAL" clId="{02A8E599-227F-4AFA-A852-669FA431523E}" dt="2022-10-10T20:25:39.561" v="914" actId="27636"/>
        <pc:sldMkLst>
          <pc:docMk/>
          <pc:sldMk cId="2967101421" sldId="277"/>
        </pc:sldMkLst>
        <pc:spChg chg="del mod">
          <ac:chgData name="Vìtor Hugo Rodrigues Antunes" userId="add77f8a-40ec-4997-ab85-3f9658298496" providerId="ADAL" clId="{02A8E599-227F-4AFA-A852-669FA431523E}" dt="2022-07-27T02:01:10.672" v="494" actId="21"/>
          <ac:spMkLst>
            <pc:docMk/>
            <pc:sldMk cId="2967101421" sldId="277"/>
            <ac:spMk id="2" creationId="{166F1680-DACD-42C6-9D43-9EC6674C8F0A}"/>
          </ac:spMkLst>
        </pc:spChg>
        <pc:spChg chg="del mod">
          <ac:chgData name="Vìtor Hugo Rodrigues Antunes" userId="add77f8a-40ec-4997-ab85-3f9658298496" providerId="ADAL" clId="{02A8E599-227F-4AFA-A852-669FA431523E}" dt="2022-10-06T23:50:07.751" v="516" actId="478"/>
          <ac:spMkLst>
            <pc:docMk/>
            <pc:sldMk cId="2967101421" sldId="277"/>
            <ac:spMk id="3" creationId="{8D7B3E07-5E35-4891-8977-3ADADD1F261C}"/>
          </ac:spMkLst>
        </pc:spChg>
        <pc:spChg chg="add mod">
          <ac:chgData name="Vìtor Hugo Rodrigues Antunes" userId="add77f8a-40ec-4997-ab85-3f9658298496" providerId="ADAL" clId="{02A8E599-227F-4AFA-A852-669FA431523E}" dt="2022-10-10T20:25:39.561" v="914" actId="27636"/>
          <ac:spMkLst>
            <pc:docMk/>
            <pc:sldMk cId="2967101421" sldId="277"/>
            <ac:spMk id="4" creationId="{36264088-76D7-C3EF-023A-CE982F40780F}"/>
          </ac:spMkLst>
        </pc:spChg>
        <pc:spChg chg="add del mod">
          <ac:chgData name="Vìtor Hugo Rodrigues Antunes" userId="add77f8a-40ec-4997-ab85-3f9658298496" providerId="ADAL" clId="{02A8E599-227F-4AFA-A852-669FA431523E}" dt="2022-07-27T02:01:16.602" v="495" actId="21"/>
          <ac:spMkLst>
            <pc:docMk/>
            <pc:sldMk cId="2967101421" sldId="277"/>
            <ac:spMk id="5" creationId="{FD6C1A37-CA61-4303-6BAA-54983537D8AC}"/>
          </ac:spMkLst>
        </pc:spChg>
        <pc:spChg chg="mod">
          <ac:chgData name="Vìtor Hugo Rodrigues Antunes" userId="add77f8a-40ec-4997-ab85-3f9658298496" providerId="ADAL" clId="{02A8E599-227F-4AFA-A852-669FA431523E}" dt="2022-07-27T02:01:20.055" v="496" actId="1076"/>
          <ac:spMkLst>
            <pc:docMk/>
            <pc:sldMk cId="2967101421" sldId="277"/>
            <ac:spMk id="6" creationId="{079998A4-5E72-4025-B9A9-2064CB78CF5A}"/>
          </ac:spMkLst>
        </pc:spChg>
      </pc:sldChg>
      <pc:sldChg chg="del">
        <pc:chgData name="Vìtor Hugo Rodrigues Antunes" userId="add77f8a-40ec-4997-ab85-3f9658298496" providerId="ADAL" clId="{02A8E599-227F-4AFA-A852-669FA431523E}" dt="2022-10-07T00:13:36.354" v="868" actId="47"/>
        <pc:sldMkLst>
          <pc:docMk/>
          <pc:sldMk cId="4114409180" sldId="279"/>
        </pc:sldMkLst>
      </pc:sldChg>
      <pc:sldChg chg="del">
        <pc:chgData name="Vìtor Hugo Rodrigues Antunes" userId="add77f8a-40ec-4997-ab85-3f9658298496" providerId="ADAL" clId="{02A8E599-227F-4AFA-A852-669FA431523E}" dt="2022-10-07T00:13:33.998" v="865" actId="47"/>
        <pc:sldMkLst>
          <pc:docMk/>
          <pc:sldMk cId="1091385213" sldId="280"/>
        </pc:sldMkLst>
      </pc:sldChg>
      <pc:sldChg chg="del">
        <pc:chgData name="Vìtor Hugo Rodrigues Antunes" userId="add77f8a-40ec-4997-ab85-3f9658298496" providerId="ADAL" clId="{02A8E599-227F-4AFA-A852-669FA431523E}" dt="2022-10-07T00:13:31.356" v="862" actId="47"/>
        <pc:sldMkLst>
          <pc:docMk/>
          <pc:sldMk cId="804571391" sldId="282"/>
        </pc:sldMkLst>
      </pc:sldChg>
      <pc:sldChg chg="del">
        <pc:chgData name="Vìtor Hugo Rodrigues Antunes" userId="add77f8a-40ec-4997-ab85-3f9658298496" providerId="ADAL" clId="{02A8E599-227F-4AFA-A852-669FA431523E}" dt="2022-10-07T00:13:29.478" v="860" actId="47"/>
        <pc:sldMkLst>
          <pc:docMk/>
          <pc:sldMk cId="615550128" sldId="283"/>
        </pc:sldMkLst>
      </pc:sldChg>
      <pc:sldChg chg="del">
        <pc:chgData name="Vìtor Hugo Rodrigues Antunes" userId="add77f8a-40ec-4997-ab85-3f9658298496" providerId="ADAL" clId="{02A8E599-227F-4AFA-A852-669FA431523E}" dt="2022-10-07T00:13:32.455" v="863" actId="47"/>
        <pc:sldMkLst>
          <pc:docMk/>
          <pc:sldMk cId="851341776" sldId="284"/>
        </pc:sldMkLst>
      </pc:sldChg>
      <pc:sldChg chg="del">
        <pc:chgData name="Vìtor Hugo Rodrigues Antunes" userId="add77f8a-40ec-4997-ab85-3f9658298496" providerId="ADAL" clId="{02A8E599-227F-4AFA-A852-669FA431523E}" dt="2022-10-07T00:13:33.209" v="864" actId="47"/>
        <pc:sldMkLst>
          <pc:docMk/>
          <pc:sldMk cId="531112851" sldId="285"/>
        </pc:sldMkLst>
      </pc:sldChg>
      <pc:sldChg chg="modSp mod modAnim">
        <pc:chgData name="Vìtor Hugo Rodrigues Antunes" userId="add77f8a-40ec-4997-ab85-3f9658298496" providerId="ADAL" clId="{02A8E599-227F-4AFA-A852-669FA431523E}" dt="2022-10-07T00:06:27.228" v="732" actId="1076"/>
        <pc:sldMkLst>
          <pc:docMk/>
          <pc:sldMk cId="3597985085" sldId="287"/>
        </pc:sldMkLst>
        <pc:spChg chg="mod">
          <ac:chgData name="Vìtor Hugo Rodrigues Antunes" userId="add77f8a-40ec-4997-ab85-3f9658298496" providerId="ADAL" clId="{02A8E599-227F-4AFA-A852-669FA431523E}" dt="2022-10-07T00:06:27.228" v="732" actId="1076"/>
          <ac:spMkLst>
            <pc:docMk/>
            <pc:sldMk cId="3597985085" sldId="287"/>
            <ac:spMk id="2" creationId="{71A65E47-5EF1-4FAA-9886-03BD52B50E87}"/>
          </ac:spMkLst>
        </pc:spChg>
        <pc:spChg chg="mod">
          <ac:chgData name="Vìtor Hugo Rodrigues Antunes" userId="add77f8a-40ec-4997-ab85-3f9658298496" providerId="ADAL" clId="{02A8E599-227F-4AFA-A852-669FA431523E}" dt="2022-10-07T00:06:03.616" v="712" actId="27636"/>
          <ac:spMkLst>
            <pc:docMk/>
            <pc:sldMk cId="3597985085" sldId="287"/>
            <ac:spMk id="3" creationId="{9895810E-061B-42D4-B59F-DE821D51D0AF}"/>
          </ac:spMkLst>
        </pc:spChg>
        <pc:spChg chg="mod">
          <ac:chgData name="Vìtor Hugo Rodrigues Antunes" userId="add77f8a-40ec-4997-ab85-3f9658298496" providerId="ADAL" clId="{02A8E599-227F-4AFA-A852-669FA431523E}" dt="2022-10-07T00:06:22.783" v="731" actId="20577"/>
          <ac:spMkLst>
            <pc:docMk/>
            <pc:sldMk cId="3597985085" sldId="287"/>
            <ac:spMk id="4" creationId="{B8D954D4-47C9-48E3-8370-E8E8B1CB7612}"/>
          </ac:spMkLst>
        </pc:spChg>
      </pc:sldChg>
      <pc:sldChg chg="modSp mod modAnim">
        <pc:chgData name="Vìtor Hugo Rodrigues Antunes" userId="add77f8a-40ec-4997-ab85-3f9658298496" providerId="ADAL" clId="{02A8E599-227F-4AFA-A852-669FA431523E}" dt="2022-10-07T00:07:57.101" v="762" actId="1076"/>
        <pc:sldMkLst>
          <pc:docMk/>
          <pc:sldMk cId="739592978" sldId="288"/>
        </pc:sldMkLst>
        <pc:spChg chg="mod">
          <ac:chgData name="Vìtor Hugo Rodrigues Antunes" userId="add77f8a-40ec-4997-ab85-3f9658298496" providerId="ADAL" clId="{02A8E599-227F-4AFA-A852-669FA431523E}" dt="2022-10-07T00:07:18.153" v="735"/>
          <ac:spMkLst>
            <pc:docMk/>
            <pc:sldMk cId="739592978" sldId="288"/>
            <ac:spMk id="2" creationId="{71A65E47-5EF1-4FAA-9886-03BD52B50E87}"/>
          </ac:spMkLst>
        </pc:spChg>
        <pc:spChg chg="mod">
          <ac:chgData name="Vìtor Hugo Rodrigues Antunes" userId="add77f8a-40ec-4997-ab85-3f9658298496" providerId="ADAL" clId="{02A8E599-227F-4AFA-A852-669FA431523E}" dt="2022-10-07T00:07:57.101" v="762" actId="1076"/>
          <ac:spMkLst>
            <pc:docMk/>
            <pc:sldMk cId="739592978" sldId="288"/>
            <ac:spMk id="3" creationId="{9895810E-061B-42D4-B59F-DE821D51D0AF}"/>
          </ac:spMkLst>
        </pc:spChg>
        <pc:spChg chg="mod">
          <ac:chgData name="Vìtor Hugo Rodrigues Antunes" userId="add77f8a-40ec-4997-ab85-3f9658298496" providerId="ADAL" clId="{02A8E599-227F-4AFA-A852-669FA431523E}" dt="2022-10-07T00:07:24.507" v="749" actId="20577"/>
          <ac:spMkLst>
            <pc:docMk/>
            <pc:sldMk cId="739592978" sldId="288"/>
            <ac:spMk id="4" creationId="{B8D954D4-47C9-48E3-8370-E8E8B1CB7612}"/>
          </ac:spMkLst>
        </pc:spChg>
      </pc:sldChg>
      <pc:sldChg chg="modSp mod modAnim">
        <pc:chgData name="Vìtor Hugo Rodrigues Antunes" userId="add77f8a-40ec-4997-ab85-3f9658298496" providerId="ADAL" clId="{02A8E599-227F-4AFA-A852-669FA431523E}" dt="2022-10-07T00:09:26.176" v="795" actId="20577"/>
        <pc:sldMkLst>
          <pc:docMk/>
          <pc:sldMk cId="3022617822" sldId="289"/>
        </pc:sldMkLst>
        <pc:spChg chg="mod">
          <ac:chgData name="Vìtor Hugo Rodrigues Antunes" userId="add77f8a-40ec-4997-ab85-3f9658298496" providerId="ADAL" clId="{02A8E599-227F-4AFA-A852-669FA431523E}" dt="2022-10-07T00:08:26.726" v="765"/>
          <ac:spMkLst>
            <pc:docMk/>
            <pc:sldMk cId="3022617822" sldId="289"/>
            <ac:spMk id="2" creationId="{71A65E47-5EF1-4FAA-9886-03BD52B50E87}"/>
          </ac:spMkLst>
        </pc:spChg>
        <pc:spChg chg="mod">
          <ac:chgData name="Vìtor Hugo Rodrigues Antunes" userId="add77f8a-40ec-4997-ab85-3f9658298496" providerId="ADAL" clId="{02A8E599-227F-4AFA-A852-669FA431523E}" dt="2022-10-07T00:09:17.589" v="772" actId="27636"/>
          <ac:spMkLst>
            <pc:docMk/>
            <pc:sldMk cId="3022617822" sldId="289"/>
            <ac:spMk id="3" creationId="{9895810E-061B-42D4-B59F-DE821D51D0AF}"/>
          </ac:spMkLst>
        </pc:spChg>
        <pc:spChg chg="mod">
          <ac:chgData name="Vìtor Hugo Rodrigues Antunes" userId="add77f8a-40ec-4997-ab85-3f9658298496" providerId="ADAL" clId="{02A8E599-227F-4AFA-A852-669FA431523E}" dt="2022-10-07T00:09:26.176" v="795" actId="20577"/>
          <ac:spMkLst>
            <pc:docMk/>
            <pc:sldMk cId="3022617822" sldId="289"/>
            <ac:spMk id="4" creationId="{B8D954D4-47C9-48E3-8370-E8E8B1CB7612}"/>
          </ac:spMkLst>
        </pc:spChg>
      </pc:sldChg>
      <pc:sldChg chg="delSp modSp mod delAnim modAnim">
        <pc:chgData name="Vìtor Hugo Rodrigues Antunes" userId="add77f8a-40ec-4997-ab85-3f9658298496" providerId="ADAL" clId="{02A8E599-227F-4AFA-A852-669FA431523E}" dt="2022-10-07T00:11:26.436" v="825" actId="27636"/>
        <pc:sldMkLst>
          <pc:docMk/>
          <pc:sldMk cId="2198813281" sldId="290"/>
        </pc:sldMkLst>
        <pc:spChg chg="mod">
          <ac:chgData name="Vìtor Hugo Rodrigues Antunes" userId="add77f8a-40ec-4997-ab85-3f9658298496" providerId="ADAL" clId="{02A8E599-227F-4AFA-A852-669FA431523E}" dt="2022-10-07T00:11:10.332" v="814" actId="1076"/>
          <ac:spMkLst>
            <pc:docMk/>
            <pc:sldMk cId="2198813281" sldId="290"/>
            <ac:spMk id="2" creationId="{71A65E47-5EF1-4FAA-9886-03BD52B50E87}"/>
          </ac:spMkLst>
        </pc:spChg>
        <pc:spChg chg="mod">
          <ac:chgData name="Vìtor Hugo Rodrigues Antunes" userId="add77f8a-40ec-4997-ab85-3f9658298496" providerId="ADAL" clId="{02A8E599-227F-4AFA-A852-669FA431523E}" dt="2022-10-07T00:11:26.436" v="825" actId="27636"/>
          <ac:spMkLst>
            <pc:docMk/>
            <pc:sldMk cId="2198813281" sldId="290"/>
            <ac:spMk id="3" creationId="{9895810E-061B-42D4-B59F-DE821D51D0AF}"/>
          </ac:spMkLst>
        </pc:spChg>
        <pc:spChg chg="del mod">
          <ac:chgData name="Vìtor Hugo Rodrigues Antunes" userId="add77f8a-40ec-4997-ab85-3f9658298496" providerId="ADAL" clId="{02A8E599-227F-4AFA-A852-669FA431523E}" dt="2022-10-07T00:11:13.158" v="817"/>
          <ac:spMkLst>
            <pc:docMk/>
            <pc:sldMk cId="2198813281" sldId="290"/>
            <ac:spMk id="4" creationId="{B8D954D4-47C9-48E3-8370-E8E8B1CB7612}"/>
          </ac:spMkLst>
        </pc:spChg>
      </pc:sldChg>
      <pc:sldChg chg="modSp mod modAnim">
        <pc:chgData name="Vìtor Hugo Rodrigues Antunes" userId="add77f8a-40ec-4997-ab85-3f9658298496" providerId="ADAL" clId="{02A8E599-227F-4AFA-A852-669FA431523E}" dt="2022-10-07T00:12:24.934" v="847" actId="1076"/>
        <pc:sldMkLst>
          <pc:docMk/>
          <pc:sldMk cId="1174549757" sldId="291"/>
        </pc:sldMkLst>
        <pc:spChg chg="mod">
          <ac:chgData name="Vìtor Hugo Rodrigues Antunes" userId="add77f8a-40ec-4997-ab85-3f9658298496" providerId="ADAL" clId="{02A8E599-227F-4AFA-A852-669FA431523E}" dt="2022-10-07T00:11:50.022" v="828"/>
          <ac:spMkLst>
            <pc:docMk/>
            <pc:sldMk cId="1174549757" sldId="291"/>
            <ac:spMk id="2" creationId="{71A65E47-5EF1-4FAA-9886-03BD52B50E87}"/>
          </ac:spMkLst>
        </pc:spChg>
        <pc:spChg chg="mod">
          <ac:chgData name="Vìtor Hugo Rodrigues Antunes" userId="add77f8a-40ec-4997-ab85-3f9658298496" providerId="ADAL" clId="{02A8E599-227F-4AFA-A852-669FA431523E}" dt="2022-10-07T00:11:55.768" v="836" actId="20577"/>
          <ac:spMkLst>
            <pc:docMk/>
            <pc:sldMk cId="1174549757" sldId="291"/>
            <ac:spMk id="4" creationId="{B8D954D4-47C9-48E3-8370-E8E8B1CB7612}"/>
          </ac:spMkLst>
        </pc:spChg>
        <pc:spChg chg="mod">
          <ac:chgData name="Vìtor Hugo Rodrigues Antunes" userId="add77f8a-40ec-4997-ab85-3f9658298496" providerId="ADAL" clId="{02A8E599-227F-4AFA-A852-669FA431523E}" dt="2022-10-07T00:12:24.934" v="847" actId="1076"/>
          <ac:spMkLst>
            <pc:docMk/>
            <pc:sldMk cId="1174549757" sldId="291"/>
            <ac:spMk id="5" creationId="{AF3EB14D-1659-4268-9055-49EECFF3FE56}"/>
          </ac:spMkLst>
        </pc:spChg>
      </pc:sldChg>
      <pc:sldChg chg="del">
        <pc:chgData name="Vìtor Hugo Rodrigues Antunes" userId="add77f8a-40ec-4997-ab85-3f9658298496" providerId="ADAL" clId="{02A8E599-227F-4AFA-A852-669FA431523E}" dt="2022-10-07T00:13:25.973" v="859" actId="47"/>
        <pc:sldMkLst>
          <pc:docMk/>
          <pc:sldMk cId="1217749843" sldId="292"/>
        </pc:sldMkLst>
      </pc:sldChg>
      <pc:sldChg chg="modSp mod modAnim">
        <pc:chgData name="Vìtor Hugo Rodrigues Antunes" userId="add77f8a-40ec-4997-ab85-3f9658298496" providerId="ADAL" clId="{02A8E599-227F-4AFA-A852-669FA431523E}" dt="2022-10-07T00:13:19.895" v="858"/>
        <pc:sldMkLst>
          <pc:docMk/>
          <pc:sldMk cId="1800748789" sldId="294"/>
        </pc:sldMkLst>
        <pc:spChg chg="mod">
          <ac:chgData name="Vìtor Hugo Rodrigues Antunes" userId="add77f8a-40ec-4997-ab85-3f9658298496" providerId="ADAL" clId="{02A8E599-227F-4AFA-A852-669FA431523E}" dt="2022-10-07T00:12:47.121" v="850"/>
          <ac:spMkLst>
            <pc:docMk/>
            <pc:sldMk cId="1800748789" sldId="294"/>
            <ac:spMk id="2" creationId="{71A65E47-5EF1-4FAA-9886-03BD52B50E87}"/>
          </ac:spMkLst>
        </pc:spChg>
        <pc:spChg chg="mod">
          <ac:chgData name="Vìtor Hugo Rodrigues Antunes" userId="add77f8a-40ec-4997-ab85-3f9658298496" providerId="ADAL" clId="{02A8E599-227F-4AFA-A852-669FA431523E}" dt="2022-10-07T00:12:52.988" v="855"/>
          <ac:spMkLst>
            <pc:docMk/>
            <pc:sldMk cId="1800748789" sldId="294"/>
            <ac:spMk id="4" creationId="{B8D954D4-47C9-48E3-8370-E8E8B1CB7612}"/>
          </ac:spMkLst>
        </pc:spChg>
        <pc:spChg chg="mod">
          <ac:chgData name="Vìtor Hugo Rodrigues Antunes" userId="add77f8a-40ec-4997-ab85-3f9658298496" providerId="ADAL" clId="{02A8E599-227F-4AFA-A852-669FA431523E}" dt="2022-10-07T00:13:19.895" v="858"/>
          <ac:spMkLst>
            <pc:docMk/>
            <pc:sldMk cId="1800748789" sldId="294"/>
            <ac:spMk id="5" creationId="{AF3EB14D-1659-4268-9055-49EECFF3FE5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0A4A31-E6BA-40ED-A9A6-00C1D60EAFDC}" type="datetimeFigureOut">
              <a:rPr lang="pt-PT" smtClean="0"/>
              <a:t>11/10/2022</a:t>
            </a:fld>
            <a:endParaRPr lang="pt-PT" dirty="0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A5C55-0354-43FB-8806-721F48A12188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25536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1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456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sz="12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4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82907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5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49032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6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04303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7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25894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8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85708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10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026186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sz="1200" b="0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11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61311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sz="1200" b="0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12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086015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0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Corridas formula 1 e o problema da necessidade de tomar decisões rápidas sob stress.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sz="1200" b="0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13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267955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sz="1200" b="0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14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72521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10/11/2022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dirty="0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dirty="0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dirty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2C735A3-7020-44F6-A586-57A9C543C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95061" y="4234070"/>
            <a:ext cx="5428551" cy="1848677"/>
          </a:xfrm>
        </p:spPr>
        <p:txBody>
          <a:bodyPr>
            <a:normAutofit/>
          </a:bodyPr>
          <a:lstStyle/>
          <a:p>
            <a:r>
              <a:rPr lang="pt-PT" sz="2800" cap="none" dirty="0"/>
              <a:t>Vitor Hugo Antunes</a:t>
            </a:r>
          </a:p>
          <a:p>
            <a:r>
              <a:rPr lang="pt-PT" sz="2000" cap="none" dirty="0"/>
              <a:t>2190807</a:t>
            </a:r>
            <a:endParaRPr lang="pt-PT" cap="none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C5EAE72-3D24-4A03-9BDF-FBE8C100A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5" y="396836"/>
            <a:ext cx="4992158" cy="6058999"/>
            <a:chOff x="423335" y="396836"/>
            <a:chExt cx="4992158" cy="605899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76F2A6D-EB50-477B-BD17-230CCC88FF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5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8FBA8B6C-1D72-481E-A101-FBBBF888B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170217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46FCD9A8-07DA-4FCE-B3CC-44762A40BD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3545327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pic>
        <p:nvPicPr>
          <p:cNvPr id="1026" name="Picture 2" descr="Resultado de imagem para estg">
            <a:extLst>
              <a:ext uri="{FF2B5EF4-FFF2-40B4-BE49-F238E27FC236}">
                <a16:creationId xmlns:a16="http://schemas.microsoft.com/office/drawing/2014/main" id="{B1B367D0-0DF8-420F-A100-C398685305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31"/>
          <a:stretch/>
        </p:blipFill>
        <p:spPr bwMode="auto">
          <a:xfrm>
            <a:off x="423334" y="2426777"/>
            <a:ext cx="2965365" cy="222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5C3C9BB6-57F3-4B7D-9457-B7F7322B5BE1}"/>
              </a:ext>
            </a:extLst>
          </p:cNvPr>
          <p:cNvSpPr txBox="1">
            <a:spLocks/>
          </p:cNvSpPr>
          <p:nvPr/>
        </p:nvSpPr>
        <p:spPr bwMode="gray">
          <a:xfrm>
            <a:off x="5547802" y="1682212"/>
            <a:ext cx="5575810" cy="214373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60000"/>
              </a:lnSpc>
            </a:pPr>
            <a:r>
              <a:rPr lang="pt-PT" sz="4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Apresentação</a:t>
            </a:r>
          </a:p>
          <a:p>
            <a:pPr>
              <a:lnSpc>
                <a:spcPct val="160000"/>
              </a:lnSpc>
            </a:pPr>
            <a:r>
              <a:rPr lang="pt-PT" sz="4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Relatório de estágio</a:t>
            </a:r>
            <a:endParaRPr lang="pt-PT" sz="4400" b="1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DD27ED-A162-4578-A630-3FB87F556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1613" y="4448957"/>
            <a:ext cx="4126345" cy="2133600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t-PT" sz="3600" b="1" dirty="0">
                <a:solidFill>
                  <a:srgbClr val="BA28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TesP </a:t>
            </a:r>
            <a:br>
              <a:rPr lang="pt-PT" sz="3600" b="1" dirty="0">
                <a:solidFill>
                  <a:srgbClr val="BA28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pt-PT" sz="3600" b="1" dirty="0">
                <a:solidFill>
                  <a:srgbClr val="BA28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Projeto de Moldes</a:t>
            </a:r>
            <a:br>
              <a:rPr lang="pt-PT" sz="4600" dirty="0"/>
            </a:br>
            <a:br>
              <a:rPr lang="pt-PT" sz="4900" dirty="0"/>
            </a:br>
            <a:r>
              <a:rPr lang="pt-PT" sz="2700" b="1" i="1" dirty="0">
                <a:solidFill>
                  <a:schemeClr val="tx1"/>
                </a:solidFill>
              </a:rPr>
              <a:t>2021/2022</a:t>
            </a:r>
            <a:r>
              <a:rPr lang="pt-PT" sz="2700" b="1" dirty="0">
                <a:solidFill>
                  <a:schemeClr val="tx1"/>
                </a:solidFill>
              </a:rPr>
              <a:t> </a:t>
            </a:r>
            <a:br>
              <a:rPr lang="pt-PT" sz="2700" b="1" dirty="0">
                <a:solidFill>
                  <a:schemeClr val="tx1"/>
                </a:solidFill>
              </a:rPr>
            </a:br>
            <a:r>
              <a:rPr lang="pt-PT" sz="2700" b="1" dirty="0">
                <a:solidFill>
                  <a:schemeClr val="tx1"/>
                </a:solidFill>
              </a:rPr>
              <a:t>3ºano 2ºsem</a:t>
            </a:r>
            <a:endParaRPr lang="pt-PT" sz="4600" b="1" dirty="0">
              <a:solidFill>
                <a:schemeClr val="tx1"/>
              </a:solidFill>
            </a:endParaRPr>
          </a:p>
        </p:txBody>
      </p:sp>
      <p:pic>
        <p:nvPicPr>
          <p:cNvPr id="4" name="Picture 2" descr="Resultado de imagem para ipleiria logo">
            <a:extLst>
              <a:ext uri="{FF2B5EF4-FFF2-40B4-BE49-F238E27FC236}">
                <a16:creationId xmlns:a16="http://schemas.microsoft.com/office/drawing/2014/main" id="{F7BB966D-B215-4EED-828A-0824F1CBB1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138" t="-15075" r="34833" b="16240"/>
          <a:stretch/>
        </p:blipFill>
        <p:spPr bwMode="auto">
          <a:xfrm>
            <a:off x="604878" y="181757"/>
            <a:ext cx="4393079" cy="2227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578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1746D38-2A86-4BD8-B2A9-83BE1FEC40FE}"/>
              </a:ext>
            </a:extLst>
          </p:cNvPr>
          <p:cNvSpPr/>
          <p:nvPr/>
        </p:nvSpPr>
        <p:spPr>
          <a:xfrm>
            <a:off x="1239176" y="997565"/>
            <a:ext cx="10275045" cy="46166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pt-PT" sz="5400" dirty="0"/>
              <a:t>TesP</a:t>
            </a:r>
          </a:p>
          <a:p>
            <a:r>
              <a:rPr lang="pt-PT" sz="5400" dirty="0"/>
              <a:t>Projeto de Moldes</a:t>
            </a:r>
          </a:p>
          <a:p>
            <a:endParaRPr lang="pt-PT" sz="5400" dirty="0"/>
          </a:p>
          <a:p>
            <a:r>
              <a:rPr lang="pt-PT" sz="4400" dirty="0"/>
              <a:t>Produção de estruturas metálicas para moldes</a:t>
            </a:r>
          </a:p>
          <a:p>
            <a:r>
              <a:rPr lang="pt-PT" sz="4400" dirty="0"/>
              <a:t> </a:t>
            </a:r>
            <a:endParaRPr lang="pt-PT" sz="4400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9599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D27ED-A162-4578-A630-3FB87F556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6339" y="1265275"/>
            <a:ext cx="6753447" cy="6581553"/>
          </a:xfrm>
        </p:spPr>
        <p:txBody>
          <a:bodyPr>
            <a:noAutofit/>
          </a:bodyPr>
          <a:lstStyle/>
          <a:p>
            <a:r>
              <a:rPr lang="pt-PT" sz="4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Resumo</a:t>
            </a:r>
            <a:br>
              <a:rPr lang="pt-PT" sz="48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</a:br>
            <a:br>
              <a:rPr lang="pt-PT" sz="1800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800" b="0" i="0" dirty="0">
                <a:solidFill>
                  <a:schemeClr val="bg1"/>
                </a:solidFill>
                <a:effectLst/>
                <a:latin typeface="+mn-lt"/>
                <a:cs typeface="Times New Roman" panose="02020603050405020304" pitchFamily="18" charset="0"/>
              </a:rPr>
              <a:t>Introdução ao relatório </a:t>
            </a:r>
            <a:br>
              <a:rPr lang="pt-PT" sz="18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</a:br>
            <a:r>
              <a:rPr lang="pt-PT" sz="1800" b="0" i="0" dirty="0">
                <a:solidFill>
                  <a:schemeClr val="bg1"/>
                </a:solidFill>
                <a:effectLst/>
                <a:latin typeface="+mn-lt"/>
                <a:cs typeface="Times New Roman" panose="02020603050405020304" pitchFamily="18" charset="0"/>
              </a:rPr>
              <a:t>História sobre a moldação por injeção </a:t>
            </a:r>
            <a:br>
              <a:rPr lang="pt-PT" sz="1800" b="0" i="0" dirty="0">
                <a:solidFill>
                  <a:schemeClr val="bg1"/>
                </a:solidFill>
                <a:effectLst/>
                <a:latin typeface="+mn-lt"/>
                <a:cs typeface="Times New Roman" panose="02020603050405020304" pitchFamily="18" charset="0"/>
              </a:rPr>
            </a:br>
            <a:r>
              <a:rPr lang="pt-PT" sz="18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Industria dos moldes</a:t>
            </a:r>
            <a:br>
              <a:rPr lang="pt-PT" sz="18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</a:br>
            <a:r>
              <a:rPr lang="pt-PT" sz="1800" b="0" i="0" dirty="0">
                <a:solidFill>
                  <a:schemeClr val="bg1"/>
                </a:solidFill>
                <a:effectLst/>
                <a:latin typeface="+mn-lt"/>
                <a:cs typeface="Times New Roman" panose="02020603050405020304" pitchFamily="18" charset="0"/>
              </a:rPr>
              <a:t>Introdução </a:t>
            </a:r>
            <a:r>
              <a:rPr lang="pt-PT" sz="18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á empresa</a:t>
            </a:r>
            <a:br>
              <a:rPr lang="pt-PT" sz="18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</a:br>
            <a:r>
              <a:rPr lang="pt-PT" sz="1800" b="0" i="0" dirty="0">
                <a:solidFill>
                  <a:schemeClr val="bg1"/>
                </a:solidFill>
                <a:effectLst/>
                <a:latin typeface="+mn-lt"/>
                <a:cs typeface="Times New Roman" panose="02020603050405020304" pitchFamily="18" charset="0"/>
              </a:rPr>
              <a:t>Métodos de produção / Procedimentos da empresa</a:t>
            </a:r>
            <a:br>
              <a:rPr lang="pt-PT" sz="1800" b="0" i="0" dirty="0">
                <a:solidFill>
                  <a:schemeClr val="bg1"/>
                </a:solidFill>
                <a:effectLst/>
                <a:latin typeface="+mn-lt"/>
                <a:cs typeface="Times New Roman" panose="02020603050405020304" pitchFamily="18" charset="0"/>
              </a:rPr>
            </a:br>
            <a:r>
              <a:rPr lang="pt-PT" sz="1800" b="0" i="0" dirty="0">
                <a:solidFill>
                  <a:schemeClr val="bg1"/>
                </a:solidFill>
                <a:effectLst/>
                <a:latin typeface="+mn-lt"/>
                <a:cs typeface="Times New Roman" panose="02020603050405020304" pitchFamily="18" charset="0"/>
              </a:rPr>
              <a:t>Minha atividade na empresa</a:t>
            </a:r>
            <a:br>
              <a:rPr lang="pt-PT" sz="1800" b="0" i="0" dirty="0">
                <a:solidFill>
                  <a:schemeClr val="bg1"/>
                </a:solidFill>
                <a:effectLst/>
                <a:latin typeface="+mn-lt"/>
                <a:cs typeface="Times New Roman" panose="02020603050405020304" pitchFamily="18" charset="0"/>
              </a:rPr>
            </a:br>
            <a:br>
              <a:rPr lang="pt-PT" sz="180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</a:br>
            <a:br>
              <a:rPr lang="pt-PT" sz="1800" b="0" i="0" dirty="0">
                <a:solidFill>
                  <a:schemeClr val="bg1"/>
                </a:solidFill>
                <a:effectLst/>
                <a:latin typeface="+mn-lt"/>
                <a:cs typeface="Times New Roman" panose="02020603050405020304" pitchFamily="18" charset="0"/>
              </a:rPr>
            </a:br>
            <a:r>
              <a:rPr lang="pt-PT" sz="1800" b="0" i="0" dirty="0">
                <a:solidFill>
                  <a:schemeClr val="bg1"/>
                </a:solidFill>
                <a:effectLst/>
                <a:latin typeface="+mn-lt"/>
                <a:cs typeface="Times New Roman" panose="02020603050405020304" pitchFamily="18" charset="0"/>
              </a:rPr>
              <a:t>Fresamento CNC</a:t>
            </a:r>
            <a:br>
              <a:rPr lang="pt-PT" sz="1800" b="0" i="0" dirty="0">
                <a:solidFill>
                  <a:schemeClr val="bg1"/>
                </a:solidFill>
                <a:effectLst/>
                <a:latin typeface="+mn-lt"/>
                <a:cs typeface="Times New Roman" panose="02020603050405020304" pitchFamily="18" charset="0"/>
              </a:rPr>
            </a:br>
            <a:r>
              <a:rPr lang="pt-PT" sz="1800" b="0" i="0" dirty="0">
                <a:solidFill>
                  <a:schemeClr val="bg1"/>
                </a:solidFill>
                <a:effectLst/>
                <a:latin typeface="+mn-lt"/>
                <a:cs typeface="Times New Roman" panose="02020603050405020304" pitchFamily="18" charset="0"/>
              </a:rPr>
              <a:t>Conceitos</a:t>
            </a:r>
            <a:br>
              <a:rPr lang="pt-PT" sz="1800" b="0" i="0" dirty="0">
                <a:solidFill>
                  <a:schemeClr val="bg1"/>
                </a:solidFill>
                <a:effectLst/>
                <a:latin typeface="+mn-lt"/>
                <a:cs typeface="Times New Roman" panose="02020603050405020304" pitchFamily="18" charset="0"/>
              </a:rPr>
            </a:br>
            <a:r>
              <a:rPr lang="pt-PT" sz="1800" b="0" i="0" dirty="0">
                <a:solidFill>
                  <a:schemeClr val="bg1"/>
                </a:solidFill>
                <a:effectLst/>
                <a:latin typeface="+mn-lt"/>
                <a:cs typeface="Times New Roman" panose="02020603050405020304" pitchFamily="18" charset="0"/>
              </a:rPr>
              <a:t>Parâmetros de corte</a:t>
            </a:r>
            <a:br>
              <a:rPr lang="pt-PT" sz="1800" b="0" i="0" dirty="0">
                <a:solidFill>
                  <a:schemeClr val="bg1"/>
                </a:solidFill>
                <a:effectLst/>
                <a:latin typeface="+mn-lt"/>
                <a:cs typeface="Times New Roman" panose="02020603050405020304" pitchFamily="18" charset="0"/>
              </a:rPr>
            </a:br>
            <a:r>
              <a:rPr lang="pt-PT" sz="1800" b="0" i="0" dirty="0">
                <a:solidFill>
                  <a:schemeClr val="bg1"/>
                </a:solidFill>
                <a:effectLst/>
                <a:latin typeface="+mn-lt"/>
                <a:cs typeface="Times New Roman" panose="02020603050405020304" pitchFamily="18" charset="0"/>
              </a:rPr>
              <a:t>Ferramentas</a:t>
            </a:r>
            <a:br>
              <a:rPr lang="pt-PT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PT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PT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PT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PT" sz="8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917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6F1680-DACD-42C6-9D43-9EC6674C8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210" y="692412"/>
            <a:ext cx="8825659" cy="1379755"/>
          </a:xfrm>
        </p:spPr>
        <p:txBody>
          <a:bodyPr/>
          <a:lstStyle/>
          <a:p>
            <a:r>
              <a:rPr lang="pt-PT" dirty="0"/>
              <a:t>Introdução á empresa </a:t>
            </a:r>
            <a:br>
              <a:rPr lang="pt-PT" dirty="0"/>
            </a:br>
            <a:endParaRPr lang="pt-PT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D7B3E07-5E35-4891-8977-3ADADD1F2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22399" y="4405449"/>
            <a:ext cx="9533470" cy="2895600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dirty="0"/>
              <a:t>Fundada em 2011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dirty="0"/>
              <a:t>Aproximadamente 22 funcionários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dirty="0"/>
              <a:t>Especializada no fabrico de estruturas para moldes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dirty="0"/>
              <a:t>Galgamentos, Desbastes, Furação Convencional, Furação Profunda, Fresagens CNC, Fresagem Convencional, Retificação.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dirty="0">
                <a:cs typeface="Arial" panose="020B0604020202020204" pitchFamily="34" charset="0"/>
              </a:rPr>
              <a:t>Processo de certificação</a:t>
            </a:r>
            <a:endParaRPr lang="pt-PT" sz="3200" dirty="0"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pt-PT" sz="2400" dirty="0">
              <a:latin typeface="+mj-lt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pt-PT" sz="2400" dirty="0">
              <a:latin typeface="+mj-lt"/>
              <a:cs typeface="Arial" panose="020B0604020202020204" pitchFamily="34" charset="0"/>
            </a:endParaRP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pt-PT" sz="2400" dirty="0">
              <a:latin typeface="+mj-lt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79998A4-5E72-4025-B9A9-2064CB78CF5A}"/>
              </a:ext>
            </a:extLst>
          </p:cNvPr>
          <p:cNvSpPr/>
          <p:nvPr/>
        </p:nvSpPr>
        <p:spPr>
          <a:xfrm>
            <a:off x="2733081" y="1529222"/>
            <a:ext cx="672583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JPD</a:t>
            </a:r>
            <a:endParaRPr lang="pt-PT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32872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55EC89-15C8-4486-BDFE-0197E89321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Métodos de produção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ECE84A-942C-40B0-BB3A-C1AF847AEF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sz="1800" b="0" i="0" u="none" strike="noStrike" baseline="0" dirty="0">
                <a:solidFill>
                  <a:srgbClr val="000000"/>
                </a:solidFill>
              </a:rPr>
              <a:t>Procedimentos da empresa 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01916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65E47-5EF1-4FAA-9886-03BD52B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946" y="484718"/>
            <a:ext cx="9235956" cy="706964"/>
          </a:xfrm>
        </p:spPr>
        <p:txBody>
          <a:bodyPr/>
          <a:lstStyle/>
          <a:p>
            <a:r>
              <a:rPr lang="pt-PT" dirty="0"/>
              <a:t>Procedimentos da empresa 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895810E-061B-42D4-B59F-DE821D51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946" y="3095144"/>
            <a:ext cx="9707010" cy="364589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t-PT" sz="2400" dirty="0"/>
              <a:t>Galgamento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Olhais / Furação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Desbaste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Retificação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Acabamento</a:t>
            </a:r>
          </a:p>
          <a:p>
            <a:pPr marL="0" indent="0">
              <a:buNone/>
            </a:pPr>
            <a:endParaRPr lang="pt-PT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D954D4-47C9-48E3-8370-E8E8B1CB7612}"/>
              </a:ext>
            </a:extLst>
          </p:cNvPr>
          <p:cNvSpPr/>
          <p:nvPr/>
        </p:nvSpPr>
        <p:spPr>
          <a:xfrm>
            <a:off x="2875365" y="1191682"/>
            <a:ext cx="672583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JPD</a:t>
            </a:r>
          </a:p>
        </p:txBody>
      </p:sp>
    </p:spTree>
    <p:extLst>
      <p:ext uri="{BB962C8B-B14F-4D97-AF65-F5344CB8AC3E}">
        <p14:creationId xmlns:p14="http://schemas.microsoft.com/office/powerpoint/2010/main" val="384440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65E47-5EF1-4FAA-9886-03BD52B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038" y="650780"/>
            <a:ext cx="9235956" cy="706964"/>
          </a:xfrm>
        </p:spPr>
        <p:txBody>
          <a:bodyPr/>
          <a:lstStyle/>
          <a:p>
            <a:r>
              <a:rPr lang="pt-PT" dirty="0"/>
              <a:t>Atividades e responsabilidades na empresa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895810E-061B-42D4-B59F-DE821D51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109" y="3084512"/>
            <a:ext cx="9707010" cy="353957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pt-PT" sz="2400" dirty="0"/>
              <a:t>Mais de 7 anos (2015)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Aprender nas maquinações CNC,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A curiosidade levou-me á programação CAM 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Atualmente encontro-me a trabalhar na programação CAM e nos centros de maquinação CNC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D954D4-47C9-48E3-8370-E8E8B1CB7612}"/>
              </a:ext>
            </a:extLst>
          </p:cNvPr>
          <p:cNvSpPr/>
          <p:nvPr/>
        </p:nvSpPr>
        <p:spPr>
          <a:xfrm>
            <a:off x="2875365" y="1191682"/>
            <a:ext cx="672583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JPD</a:t>
            </a:r>
            <a:endParaRPr lang="pt-PT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82593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55EC89-15C8-4486-BDFE-0197E89321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Fresagem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ECE84A-942C-40B0-BB3A-C1AF847AEF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sz="1800" b="0" i="0" u="none" strike="noStrike" baseline="0" dirty="0">
                <a:solidFill>
                  <a:srgbClr val="000000"/>
                </a:solidFill>
              </a:rPr>
              <a:t>Funcionamento de uma fresadora CNC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56766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744020-CAC1-4172-BFDE-4D507818C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491" y="825886"/>
            <a:ext cx="8520545" cy="706964"/>
          </a:xfrm>
        </p:spPr>
        <p:txBody>
          <a:bodyPr/>
          <a:lstStyle/>
          <a:p>
            <a:r>
              <a:rPr lang="pt-PT" sz="4000" b="1" dirty="0"/>
              <a:t>Fresagem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C5C20C5-C45E-44A8-979C-35D9E8B3A302}"/>
              </a:ext>
            </a:extLst>
          </p:cNvPr>
          <p:cNvSpPr txBox="1"/>
          <p:nvPr/>
        </p:nvSpPr>
        <p:spPr>
          <a:xfrm>
            <a:off x="1953491" y="1532850"/>
            <a:ext cx="3459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/>
              <a:t>Funcionamento de uma CNC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C01E383-5815-AF2D-02F0-2DAC869814F0}"/>
              </a:ext>
            </a:extLst>
          </p:cNvPr>
          <p:cNvSpPr txBox="1"/>
          <p:nvPr/>
        </p:nvSpPr>
        <p:spPr>
          <a:xfrm>
            <a:off x="1730207" y="2985126"/>
            <a:ext cx="994434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dirty="0"/>
              <a:t>Fresadora CNC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dirty="0"/>
              <a:t>3 eixos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dirty="0"/>
              <a:t>5 eixos</a:t>
            </a:r>
          </a:p>
          <a:p>
            <a:endParaRPr lang="pt-PT" sz="2400" dirty="0"/>
          </a:p>
          <a:p>
            <a:r>
              <a:rPr lang="pt-PT" sz="2400" dirty="0"/>
              <a:t>Controladores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dirty="0"/>
              <a:t>Heidenhain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dirty="0"/>
              <a:t>Fagor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dirty="0"/>
              <a:t>Fanuc </a:t>
            </a:r>
          </a:p>
        </p:txBody>
      </p:sp>
    </p:spTree>
    <p:extLst>
      <p:ext uri="{BB962C8B-B14F-4D97-AF65-F5344CB8AC3E}">
        <p14:creationId xmlns:p14="http://schemas.microsoft.com/office/powerpoint/2010/main" val="135016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65E47-5EF1-4FAA-9886-03BD52B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161" y="748145"/>
            <a:ext cx="9235956" cy="706964"/>
          </a:xfrm>
        </p:spPr>
        <p:txBody>
          <a:bodyPr/>
          <a:lstStyle/>
          <a:p>
            <a:r>
              <a:rPr lang="pt-PT" dirty="0"/>
              <a:t>Conceitos a ter em conta antes de usar uma CNC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895810E-061B-42D4-B59F-DE821D51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2495" y="3095144"/>
            <a:ext cx="9707010" cy="301471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PT" sz="2400" dirty="0"/>
              <a:t>Tipo de maquina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Material a maquinar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Tipos de fresagem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Formas de aperto</a:t>
            </a:r>
          </a:p>
          <a:p>
            <a:pPr marL="0" indent="0">
              <a:lnSpc>
                <a:spcPct val="150000"/>
              </a:lnSpc>
              <a:buNone/>
            </a:pPr>
            <a:endParaRPr lang="pt-PT" sz="2400" b="1" dirty="0"/>
          </a:p>
          <a:p>
            <a:pPr marL="0" indent="0">
              <a:lnSpc>
                <a:spcPct val="150000"/>
              </a:lnSpc>
              <a:buNone/>
            </a:pPr>
            <a:endParaRPr lang="pt-PT" sz="2400" b="1" dirty="0"/>
          </a:p>
          <a:p>
            <a:pPr marL="0" indent="0">
              <a:lnSpc>
                <a:spcPct val="150000"/>
              </a:lnSpc>
              <a:buNone/>
            </a:pPr>
            <a:endParaRPr lang="pt-PT" sz="2400" b="1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D954D4-47C9-48E3-8370-E8E8B1CB7612}"/>
              </a:ext>
            </a:extLst>
          </p:cNvPr>
          <p:cNvSpPr/>
          <p:nvPr/>
        </p:nvSpPr>
        <p:spPr>
          <a:xfrm>
            <a:off x="1960418" y="1191682"/>
            <a:ext cx="82711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CNC</a:t>
            </a:r>
            <a:endParaRPr lang="pt-PT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37738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65E47-5EF1-4FAA-9886-03BD52B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946" y="484718"/>
            <a:ext cx="9235956" cy="706964"/>
          </a:xfrm>
        </p:spPr>
        <p:txBody>
          <a:bodyPr/>
          <a:lstStyle/>
          <a:p>
            <a:r>
              <a:rPr lang="pt-PT" dirty="0"/>
              <a:t>Parâmetros de Corte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895810E-061B-42D4-B59F-DE821D51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117" y="2722035"/>
            <a:ext cx="11968716" cy="294428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PT" sz="2400" dirty="0">
                <a:solidFill>
                  <a:schemeClr val="tx1"/>
                </a:solidFill>
              </a:rPr>
              <a:t>Algo muito importante na fresagem</a:t>
            </a:r>
          </a:p>
          <a:p>
            <a:pPr>
              <a:lnSpc>
                <a:spcPct val="150000"/>
              </a:lnSpc>
            </a:pPr>
            <a:r>
              <a:rPr lang="pt-PT" sz="2400" dirty="0">
                <a:solidFill>
                  <a:schemeClr val="tx1"/>
                </a:solidFill>
              </a:rPr>
              <a:t>Cada ferramenta tem velocidades de avanço e rotação específicas</a:t>
            </a:r>
          </a:p>
          <a:p>
            <a:pPr>
              <a:lnSpc>
                <a:spcPct val="150000"/>
              </a:lnSpc>
            </a:pPr>
            <a:r>
              <a:rPr lang="pt-PT" sz="2400" dirty="0">
                <a:solidFill>
                  <a:schemeClr val="tx1"/>
                </a:solidFill>
              </a:rPr>
              <a:t>Tabelas que nos indicam quais os valores recomendados</a:t>
            </a:r>
          </a:p>
          <a:p>
            <a:pPr>
              <a:lnSpc>
                <a:spcPct val="150000"/>
              </a:lnSpc>
            </a:pPr>
            <a:r>
              <a:rPr lang="pt-PT" sz="2400" dirty="0">
                <a:solidFill>
                  <a:schemeClr val="tx1"/>
                </a:solidFill>
              </a:rPr>
              <a:t>Material a maquinar / material da ferramenta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D954D4-47C9-48E3-8370-E8E8B1CB7612}"/>
              </a:ext>
            </a:extLst>
          </p:cNvPr>
          <p:cNvSpPr/>
          <p:nvPr/>
        </p:nvSpPr>
        <p:spPr>
          <a:xfrm>
            <a:off x="1960418" y="1191682"/>
            <a:ext cx="82711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Rpm - Vc</a:t>
            </a:r>
            <a:endParaRPr lang="pt-PT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39592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65E47-5EF1-4FAA-9886-03BD52B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946" y="484718"/>
            <a:ext cx="9235956" cy="706964"/>
          </a:xfrm>
        </p:spPr>
        <p:txBody>
          <a:bodyPr/>
          <a:lstStyle/>
          <a:p>
            <a:r>
              <a:rPr lang="pt-PT" dirty="0"/>
              <a:t>Ferramentas de fresagem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895810E-061B-42D4-B59F-DE821D51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947" y="2651607"/>
            <a:ext cx="2436082" cy="154825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PT" sz="2400" dirty="0"/>
              <a:t>Fresagem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Furação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D954D4-47C9-48E3-8370-E8E8B1CB7612}"/>
              </a:ext>
            </a:extLst>
          </p:cNvPr>
          <p:cNvSpPr/>
          <p:nvPr/>
        </p:nvSpPr>
        <p:spPr>
          <a:xfrm>
            <a:off x="1660098" y="1191682"/>
            <a:ext cx="857148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Tipos | Materiais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13C6434-254C-FC7D-797D-348DC479F353}"/>
              </a:ext>
            </a:extLst>
          </p:cNvPr>
          <p:cNvSpPr txBox="1"/>
          <p:nvPr/>
        </p:nvSpPr>
        <p:spPr>
          <a:xfrm>
            <a:off x="4424564" y="4199860"/>
            <a:ext cx="73031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400" dirty="0"/>
              <a:t>HSS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400" dirty="0"/>
              <a:t>Metal Duro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400" dirty="0"/>
              <a:t>Tipo de cones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2261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65E47-5EF1-4FAA-9886-03BD52B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946" y="484718"/>
            <a:ext cx="9235956" cy="706964"/>
          </a:xfrm>
        </p:spPr>
        <p:txBody>
          <a:bodyPr/>
          <a:lstStyle/>
          <a:p>
            <a:r>
              <a:rPr lang="pt-PT" dirty="0"/>
              <a:t>Análise crítica e proposta de melhorias</a:t>
            </a:r>
          </a:p>
        </p:txBody>
      </p:sp>
      <p:sp>
        <p:nvSpPr>
          <p:cNvPr id="5" name="Marcador de Posição de Conteúdo 2">
            <a:extLst>
              <a:ext uri="{FF2B5EF4-FFF2-40B4-BE49-F238E27FC236}">
                <a16:creationId xmlns:a16="http://schemas.microsoft.com/office/drawing/2014/main" id="{AF3EB14D-1659-4268-9055-49EECFF3F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508" y="2766537"/>
            <a:ext cx="11621386" cy="391071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pt-PT" sz="2200" dirty="0"/>
              <a:t>Para o desenvolvimento e crescimento de uma empresa, é necessário ter a capacidade de questionar sobre a possibilidade de melhorar e como vir a fazê-lo.</a:t>
            </a:r>
          </a:p>
          <a:p>
            <a:pPr lvl="1">
              <a:lnSpc>
                <a:spcPct val="150000"/>
              </a:lnSpc>
            </a:pPr>
            <a:r>
              <a:rPr lang="pt-PT" sz="2200" dirty="0"/>
              <a:t>É um trabalho árduo e que promete o encontro de muitos obstáculos.</a:t>
            </a:r>
          </a:p>
          <a:p>
            <a:pPr lvl="1">
              <a:lnSpc>
                <a:spcPct val="150000"/>
              </a:lnSpc>
            </a:pPr>
            <a:r>
              <a:rPr lang="pt-PT" sz="2200" dirty="0"/>
              <a:t>O saber ouvir e aceitar outras formas de trabalhar é fundamental para o crescimento pessoal, que por acréscimo contribui para o desenvolvimento da empresa. </a:t>
            </a:r>
          </a:p>
        </p:txBody>
      </p:sp>
    </p:spTree>
    <p:extLst>
      <p:ext uri="{BB962C8B-B14F-4D97-AF65-F5344CB8AC3E}">
        <p14:creationId xmlns:p14="http://schemas.microsoft.com/office/powerpoint/2010/main" val="1174549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1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1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9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3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65E47-5EF1-4FAA-9886-03BD52B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007" y="676104"/>
            <a:ext cx="9235956" cy="706964"/>
          </a:xfrm>
        </p:spPr>
        <p:txBody>
          <a:bodyPr/>
          <a:lstStyle/>
          <a:p>
            <a:r>
              <a:rPr lang="pt-PT" dirty="0"/>
              <a:t>Estágio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D954D4-47C9-48E3-8370-E8E8B1CB7612}"/>
              </a:ext>
            </a:extLst>
          </p:cNvPr>
          <p:cNvSpPr/>
          <p:nvPr/>
        </p:nvSpPr>
        <p:spPr>
          <a:xfrm>
            <a:off x="1960418" y="1191682"/>
            <a:ext cx="82711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Conclusão</a:t>
            </a:r>
            <a:endParaRPr lang="pt-PT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5" name="Marcador de Posição de Conteúdo 2">
            <a:extLst>
              <a:ext uri="{FF2B5EF4-FFF2-40B4-BE49-F238E27FC236}">
                <a16:creationId xmlns:a16="http://schemas.microsoft.com/office/drawing/2014/main" id="{AF3EB14D-1659-4268-9055-49EECFF3F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144" y="3246685"/>
            <a:ext cx="10706140" cy="3462459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pt-PT" sz="2400" dirty="0"/>
              <a:t>Importância do estágio </a:t>
            </a:r>
          </a:p>
          <a:p>
            <a:pPr lvl="1">
              <a:lnSpc>
                <a:spcPct val="150000"/>
              </a:lnSpc>
            </a:pPr>
            <a:r>
              <a:rPr lang="pt-PT" sz="2400" dirty="0"/>
              <a:t>Setor dos moldes, conceção e produção</a:t>
            </a:r>
          </a:p>
          <a:p>
            <a:pPr lvl="1">
              <a:lnSpc>
                <a:spcPct val="150000"/>
              </a:lnSpc>
            </a:pPr>
            <a:r>
              <a:rPr lang="pt-PT" sz="2400" dirty="0"/>
              <a:t>Objetivos e experiências pessoais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pt-PT" sz="2800" dirty="0"/>
          </a:p>
        </p:txBody>
      </p:sp>
    </p:spTree>
    <p:extLst>
      <p:ext uri="{BB962C8B-B14F-4D97-AF65-F5344CB8AC3E}">
        <p14:creationId xmlns:p14="http://schemas.microsoft.com/office/powerpoint/2010/main" val="1800748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1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1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1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4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4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1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0C5EAE72-3D24-4A03-9BDF-FBE8C100A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5" y="396836"/>
            <a:ext cx="4992158" cy="6058999"/>
            <a:chOff x="423335" y="396836"/>
            <a:chExt cx="4992158" cy="605899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76F2A6D-EB50-477B-BD17-230CCC88FF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5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8FBA8B6C-1D72-481E-A101-FBBBF888B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170217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46FCD9A8-07DA-4FCE-B3CC-44762A40BD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3545327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3" name="Retângulo 12">
            <a:extLst>
              <a:ext uri="{FF2B5EF4-FFF2-40B4-BE49-F238E27FC236}">
                <a16:creationId xmlns:a16="http://schemas.microsoft.com/office/drawing/2014/main" id="{3C1A21BD-65C9-44AB-9B4D-6ECBA9C391E9}"/>
              </a:ext>
            </a:extLst>
          </p:cNvPr>
          <p:cNvSpPr/>
          <p:nvPr/>
        </p:nvSpPr>
        <p:spPr>
          <a:xfrm>
            <a:off x="6338886" y="2216075"/>
            <a:ext cx="4483413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13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Fim</a:t>
            </a:r>
            <a:endParaRPr lang="pt-PT" sz="138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8225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9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910" fill="hold">
                                          <p:stCondLst>
                                            <p:cond delay="91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12" decel="50000" autoRev="1" fill="hold">
                                          <p:stCondLst>
                                            <p:cond delay="91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72" fill="hold">
                                          <p:stCondLst>
                                            <p:cond delay="172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ão de Ião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75F661E2E91443BE1FD587B47D580C" ma:contentTypeVersion="5" ma:contentTypeDescription="Create a new document." ma:contentTypeScope="" ma:versionID="63162ae31facc43e2d9e261c47ccb6f0">
  <xsd:schema xmlns:xsd="http://www.w3.org/2001/XMLSchema" xmlns:xs="http://www.w3.org/2001/XMLSchema" xmlns:p="http://schemas.microsoft.com/office/2006/metadata/properties" xmlns:ns3="60d1d0c2-37af-4b39-925a-c014d9a04795" targetNamespace="http://schemas.microsoft.com/office/2006/metadata/properties" ma:root="true" ma:fieldsID="5498c84b0d7e9e96fc12555092c47501" ns3:_="">
    <xsd:import namespace="60d1d0c2-37af-4b39-925a-c014d9a0479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d1d0c2-37af-4b39-925a-c014d9a047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151F40-8F50-4D6D-AFA5-574CA53751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55C222-CF54-46A4-B6AD-2C58864A6625}">
  <ds:schemaRefs>
    <ds:schemaRef ds:uri="60d1d0c2-37af-4b39-925a-c014d9a04795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C3C6A39-EFAF-42A2-A925-1CB3D6B8EA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d1d0c2-37af-4b39-925a-c014d9a047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382</Words>
  <Application>Microsoft Office PowerPoint</Application>
  <PresentationFormat>Ecrã Panorâmico</PresentationFormat>
  <Paragraphs>88</Paragraphs>
  <Slides>15</Slides>
  <Notes>11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15</vt:i4>
      </vt:variant>
    </vt:vector>
  </HeadingPairs>
  <TitlesOfParts>
    <vt:vector size="23" baseType="lpstr">
      <vt:lpstr>Arial</vt:lpstr>
      <vt:lpstr>Calibri</vt:lpstr>
      <vt:lpstr>Century Gothic</vt:lpstr>
      <vt:lpstr>Tahoma</vt:lpstr>
      <vt:lpstr>Times New Roman</vt:lpstr>
      <vt:lpstr>Wingdings</vt:lpstr>
      <vt:lpstr>Wingdings 3</vt:lpstr>
      <vt:lpstr>Sala de Reunião de Ião</vt:lpstr>
      <vt:lpstr>TesP  Projeto de Moldes  2021/2022  3ºano 2ºsem</vt:lpstr>
      <vt:lpstr>Apresentação do PowerPoint</vt:lpstr>
      <vt:lpstr>Resumo  Introdução ao relatório  História sobre a moldação por injeção  Industria dos moldes Introdução á empresa Métodos de produção / Procedimentos da empresa Minha atividade na empresa   Fresamento CNC Conceitos Parâmetros de corte Ferramentas    </vt:lpstr>
      <vt:lpstr>Introdução á empresa  </vt:lpstr>
      <vt:lpstr>Métodos de produção</vt:lpstr>
      <vt:lpstr>Procedimentos da empresa </vt:lpstr>
      <vt:lpstr>Atividades e responsabilidades na empresa</vt:lpstr>
      <vt:lpstr>Fresagem</vt:lpstr>
      <vt:lpstr>Fresagem</vt:lpstr>
      <vt:lpstr>Conceitos a ter em conta antes de usar uma CNC</vt:lpstr>
      <vt:lpstr>Parâmetros de Corte</vt:lpstr>
      <vt:lpstr>Ferramentas de fresagem</vt:lpstr>
      <vt:lpstr>Análise crítica e proposta de melhorias</vt:lpstr>
      <vt:lpstr>Estágio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TesP  Projeto de moldes  CTI</dc:title>
  <dc:creator>Vìtor Hugo Rodrigues Antunes</dc:creator>
  <cp:lastModifiedBy>Vìtor Hugo Rodrigues Antunes</cp:lastModifiedBy>
  <cp:revision>39</cp:revision>
  <dcterms:created xsi:type="dcterms:W3CDTF">2019-10-22T00:22:35Z</dcterms:created>
  <dcterms:modified xsi:type="dcterms:W3CDTF">2022-10-11T22:52:00Z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0x0101008F75F661E2E91443BE1FD587B47D580C</vt:lpwstr>
  </property>
</Properties>
</file>